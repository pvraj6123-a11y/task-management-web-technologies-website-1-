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F24154-BA49-488A-8EF2-A69BBBAC3D8C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9020300-9F21-4808-9BCA-1C2762C7553D}">
      <dgm:prSet/>
      <dgm:spPr/>
      <dgm:t>
        <a:bodyPr/>
        <a:lstStyle/>
        <a:p>
          <a:r>
            <a:rPr lang="en-US" b="0" i="0" baseline="0"/>
            <a:t>The main purpose is to showcase web development skills</a:t>
          </a:r>
          <a:endParaRPr lang="en-US"/>
        </a:p>
      </dgm:t>
    </dgm:pt>
    <dgm:pt modelId="{AB1140B1-B3B4-4930-8AA6-A380E2CD6DDA}" type="parTrans" cxnId="{347375A5-53B7-4A01-8303-8F312F8276CD}">
      <dgm:prSet/>
      <dgm:spPr/>
      <dgm:t>
        <a:bodyPr/>
        <a:lstStyle/>
        <a:p>
          <a:endParaRPr lang="en-US"/>
        </a:p>
      </dgm:t>
    </dgm:pt>
    <dgm:pt modelId="{59BB1D31-7BF7-4009-AE36-D40CECBEC3BE}" type="sibTrans" cxnId="{347375A5-53B7-4A01-8303-8F312F8276CD}">
      <dgm:prSet/>
      <dgm:spPr/>
      <dgm:t>
        <a:bodyPr/>
        <a:lstStyle/>
        <a:p>
          <a:endParaRPr lang="en-US"/>
        </a:p>
      </dgm:t>
    </dgm:pt>
    <dgm:pt modelId="{0F9B909A-B3D7-4E36-B330-B009FE52CE99}">
      <dgm:prSet/>
      <dgm:spPr/>
      <dgm:t>
        <a:bodyPr/>
        <a:lstStyle/>
        <a:p>
          <a:r>
            <a:rPr lang="en-US" b="0" i="0" baseline="0"/>
            <a:t>The website presents academic and technical achievements</a:t>
          </a:r>
          <a:endParaRPr lang="en-US"/>
        </a:p>
      </dgm:t>
    </dgm:pt>
    <dgm:pt modelId="{88CD8581-978D-44BA-AC5C-6A21D6907E32}" type="parTrans" cxnId="{661FD77A-2C20-414D-AA63-37D4552E12FE}">
      <dgm:prSet/>
      <dgm:spPr/>
      <dgm:t>
        <a:bodyPr/>
        <a:lstStyle/>
        <a:p>
          <a:endParaRPr lang="en-US"/>
        </a:p>
      </dgm:t>
    </dgm:pt>
    <dgm:pt modelId="{E62FCF46-508D-4B9B-8D0E-A387A9923E6C}" type="sibTrans" cxnId="{661FD77A-2C20-414D-AA63-37D4552E12FE}">
      <dgm:prSet/>
      <dgm:spPr/>
      <dgm:t>
        <a:bodyPr/>
        <a:lstStyle/>
        <a:p>
          <a:endParaRPr lang="en-US"/>
        </a:p>
      </dgm:t>
    </dgm:pt>
    <dgm:pt modelId="{91CA7CAF-048D-4FF6-8F53-ED1CE6B09A39}">
      <dgm:prSet/>
      <dgm:spPr/>
      <dgm:t>
        <a:bodyPr/>
        <a:lstStyle/>
        <a:p>
          <a:r>
            <a:rPr lang="en-US" b="0" i="0" baseline="0"/>
            <a:t>It demonstrates practical use of HTML, CSS, and JavaScript</a:t>
          </a:r>
          <a:endParaRPr lang="en-US"/>
        </a:p>
      </dgm:t>
    </dgm:pt>
    <dgm:pt modelId="{82EFDDD8-A734-4808-B32E-523869C3AB81}" type="parTrans" cxnId="{44BA334E-9553-4960-8F36-D53F77458B1C}">
      <dgm:prSet/>
      <dgm:spPr/>
      <dgm:t>
        <a:bodyPr/>
        <a:lstStyle/>
        <a:p>
          <a:endParaRPr lang="en-US"/>
        </a:p>
      </dgm:t>
    </dgm:pt>
    <dgm:pt modelId="{03B2E083-AC15-4012-AC11-CC387FE77E65}" type="sibTrans" cxnId="{44BA334E-9553-4960-8F36-D53F77458B1C}">
      <dgm:prSet/>
      <dgm:spPr/>
      <dgm:t>
        <a:bodyPr/>
        <a:lstStyle/>
        <a:p>
          <a:endParaRPr lang="en-US"/>
        </a:p>
      </dgm:t>
    </dgm:pt>
    <dgm:pt modelId="{087794A8-10AF-454B-9C93-75B9B5993B6B}">
      <dgm:prSet/>
      <dgm:spPr/>
      <dgm:t>
        <a:bodyPr/>
        <a:lstStyle/>
        <a:p>
          <a:r>
            <a:rPr lang="en-US" b="0" i="0" baseline="0"/>
            <a:t>Another goal is to provide a professional online presence</a:t>
          </a:r>
          <a:endParaRPr lang="en-US"/>
        </a:p>
      </dgm:t>
    </dgm:pt>
    <dgm:pt modelId="{2999D85A-36A7-47AD-8348-E55E70C4B7CC}" type="parTrans" cxnId="{7F230C87-BC03-4B4E-8B0D-7AF014B5F2E2}">
      <dgm:prSet/>
      <dgm:spPr/>
      <dgm:t>
        <a:bodyPr/>
        <a:lstStyle/>
        <a:p>
          <a:endParaRPr lang="en-US"/>
        </a:p>
      </dgm:t>
    </dgm:pt>
    <dgm:pt modelId="{2238E7D3-6E13-4748-9802-4C74FE183174}" type="sibTrans" cxnId="{7F230C87-BC03-4B4E-8B0D-7AF014B5F2E2}">
      <dgm:prSet/>
      <dgm:spPr/>
      <dgm:t>
        <a:bodyPr/>
        <a:lstStyle/>
        <a:p>
          <a:endParaRPr lang="en-US"/>
        </a:p>
      </dgm:t>
    </dgm:pt>
    <dgm:pt modelId="{690FAB03-3CA6-4BF2-9A8F-F575972F9F63}">
      <dgm:prSet/>
      <dgm:spPr/>
      <dgm:t>
        <a:bodyPr/>
        <a:lstStyle/>
        <a:p>
          <a:r>
            <a:rPr lang="en-US" b="0" i="0" baseline="0"/>
            <a:t>The website allows assessors to evaluate learning outcomes</a:t>
          </a:r>
          <a:endParaRPr lang="en-US"/>
        </a:p>
      </dgm:t>
    </dgm:pt>
    <dgm:pt modelId="{615B0471-5A15-45A9-927C-E78153DA22CA}" type="parTrans" cxnId="{56ABAAA9-7930-42AB-BFC7-151C18E9097A}">
      <dgm:prSet/>
      <dgm:spPr/>
      <dgm:t>
        <a:bodyPr/>
        <a:lstStyle/>
        <a:p>
          <a:endParaRPr lang="en-US"/>
        </a:p>
      </dgm:t>
    </dgm:pt>
    <dgm:pt modelId="{A23C03C8-6985-4B35-914E-1AAC8FC7566D}" type="sibTrans" cxnId="{56ABAAA9-7930-42AB-BFC7-151C18E9097A}">
      <dgm:prSet/>
      <dgm:spPr/>
      <dgm:t>
        <a:bodyPr/>
        <a:lstStyle/>
        <a:p>
          <a:endParaRPr lang="en-US"/>
        </a:p>
      </dgm:t>
    </dgm:pt>
    <dgm:pt modelId="{5D771FFD-4FB3-4E49-A0EC-D00DA1E49167}">
      <dgm:prSet/>
      <dgm:spPr/>
      <dgm:t>
        <a:bodyPr/>
        <a:lstStyle/>
        <a:p>
          <a:r>
            <a:rPr lang="en-US" b="0" i="0" baseline="0"/>
            <a:t>It is designed to be clear, simple, and easy to navigate</a:t>
          </a:r>
          <a:endParaRPr lang="en-US"/>
        </a:p>
      </dgm:t>
    </dgm:pt>
    <dgm:pt modelId="{0989D92F-D239-4FBA-88F7-BF7F72C64111}" type="parTrans" cxnId="{FCA47B30-B1DC-4547-9D17-BF81B60EECAD}">
      <dgm:prSet/>
      <dgm:spPr/>
      <dgm:t>
        <a:bodyPr/>
        <a:lstStyle/>
        <a:p>
          <a:endParaRPr lang="en-US"/>
        </a:p>
      </dgm:t>
    </dgm:pt>
    <dgm:pt modelId="{19DBF638-AAD7-42D5-A68C-600B34C19F0E}" type="sibTrans" cxnId="{FCA47B30-B1DC-4547-9D17-BF81B60EECAD}">
      <dgm:prSet/>
      <dgm:spPr/>
      <dgm:t>
        <a:bodyPr/>
        <a:lstStyle/>
        <a:p>
          <a:endParaRPr lang="en-US"/>
        </a:p>
      </dgm:t>
    </dgm:pt>
    <dgm:pt modelId="{86E20908-6841-4538-9929-A240D0E41BE3}">
      <dgm:prSet/>
      <dgm:spPr/>
      <dgm:t>
        <a:bodyPr/>
        <a:lstStyle/>
        <a:p>
          <a:r>
            <a:rPr lang="en-US" b="0" i="0" baseline="0"/>
            <a:t>Interactivity is included to enhance user experience</a:t>
          </a:r>
          <a:endParaRPr lang="en-US"/>
        </a:p>
      </dgm:t>
    </dgm:pt>
    <dgm:pt modelId="{8DD2B3C3-6D54-440E-9E1C-6CEDA698786F}" type="parTrans" cxnId="{D9280F69-58E6-4EDB-A472-8ED36D34FBDA}">
      <dgm:prSet/>
      <dgm:spPr/>
      <dgm:t>
        <a:bodyPr/>
        <a:lstStyle/>
        <a:p>
          <a:endParaRPr lang="en-US"/>
        </a:p>
      </dgm:t>
    </dgm:pt>
    <dgm:pt modelId="{76E324CF-7B62-472C-98D5-01D7F440B3CE}" type="sibTrans" cxnId="{D9280F69-58E6-4EDB-A472-8ED36D34FBDA}">
      <dgm:prSet/>
      <dgm:spPr/>
      <dgm:t>
        <a:bodyPr/>
        <a:lstStyle/>
        <a:p>
          <a:endParaRPr lang="en-US"/>
        </a:p>
      </dgm:t>
    </dgm:pt>
    <dgm:pt modelId="{D4A5BB2D-C5B3-412B-A5FA-F7FB5A78BA35}">
      <dgm:prSet/>
      <dgm:spPr/>
      <dgm:t>
        <a:bodyPr/>
        <a:lstStyle/>
        <a:p>
          <a:r>
            <a:rPr lang="en-US" b="0" i="0" baseline="0"/>
            <a:t>Responsive design ensures compatibility across devices</a:t>
          </a:r>
          <a:endParaRPr lang="en-US"/>
        </a:p>
      </dgm:t>
    </dgm:pt>
    <dgm:pt modelId="{02C72C46-8688-4A6B-A549-A7828AAE64FD}" type="parTrans" cxnId="{A4DA540E-369E-4F2A-9B27-B3C6558C943A}">
      <dgm:prSet/>
      <dgm:spPr/>
      <dgm:t>
        <a:bodyPr/>
        <a:lstStyle/>
        <a:p>
          <a:endParaRPr lang="en-US"/>
        </a:p>
      </dgm:t>
    </dgm:pt>
    <dgm:pt modelId="{89562459-CC2B-4556-AA97-EB2FDA5BA99F}" type="sibTrans" cxnId="{A4DA540E-369E-4F2A-9B27-B3C6558C943A}">
      <dgm:prSet/>
      <dgm:spPr/>
      <dgm:t>
        <a:bodyPr/>
        <a:lstStyle/>
        <a:p>
          <a:endParaRPr lang="en-US"/>
        </a:p>
      </dgm:t>
    </dgm:pt>
    <dgm:pt modelId="{6AB0A564-D5E3-496E-BA04-FC88EC439E8A}">
      <dgm:prSet/>
      <dgm:spPr/>
      <dgm:t>
        <a:bodyPr/>
        <a:lstStyle/>
        <a:p>
          <a:r>
            <a:rPr lang="en-US" b="0" i="0" baseline="0"/>
            <a:t>Code organisation follows best practices</a:t>
          </a:r>
          <a:endParaRPr lang="en-US"/>
        </a:p>
      </dgm:t>
    </dgm:pt>
    <dgm:pt modelId="{C9095AF9-9851-47B5-9EBA-5A87955B1CB6}" type="parTrans" cxnId="{34F3816B-2C6A-450C-BB76-83FBDC3B6502}">
      <dgm:prSet/>
      <dgm:spPr/>
      <dgm:t>
        <a:bodyPr/>
        <a:lstStyle/>
        <a:p>
          <a:endParaRPr lang="en-US"/>
        </a:p>
      </dgm:t>
    </dgm:pt>
    <dgm:pt modelId="{BA52CB58-0698-4E16-B482-72252633AFCC}" type="sibTrans" cxnId="{34F3816B-2C6A-450C-BB76-83FBDC3B6502}">
      <dgm:prSet/>
      <dgm:spPr/>
      <dgm:t>
        <a:bodyPr/>
        <a:lstStyle/>
        <a:p>
          <a:endParaRPr lang="en-US"/>
        </a:p>
      </dgm:t>
    </dgm:pt>
    <dgm:pt modelId="{75C752B3-2939-48A3-9159-C2A053ADE0CC}">
      <dgm:prSet/>
      <dgm:spPr/>
      <dgm:t>
        <a:bodyPr/>
        <a:lstStyle/>
        <a:p>
          <a:r>
            <a:rPr lang="en-US" b="0" i="0" baseline="0"/>
            <a:t>The project aims to meet all assessment requirements</a:t>
          </a:r>
          <a:endParaRPr lang="en-US"/>
        </a:p>
      </dgm:t>
    </dgm:pt>
    <dgm:pt modelId="{735014F2-C64B-470C-BA60-900139C589A4}" type="parTrans" cxnId="{D68164D2-A4FE-4610-89E1-D6A5B29C201C}">
      <dgm:prSet/>
      <dgm:spPr/>
      <dgm:t>
        <a:bodyPr/>
        <a:lstStyle/>
        <a:p>
          <a:endParaRPr lang="en-US"/>
        </a:p>
      </dgm:t>
    </dgm:pt>
    <dgm:pt modelId="{3D4308E7-19BA-45AD-86B6-8D64F238DAA1}" type="sibTrans" cxnId="{D68164D2-A4FE-4610-89E1-D6A5B29C201C}">
      <dgm:prSet/>
      <dgm:spPr/>
      <dgm:t>
        <a:bodyPr/>
        <a:lstStyle/>
        <a:p>
          <a:endParaRPr lang="en-US"/>
        </a:p>
      </dgm:t>
    </dgm:pt>
    <dgm:pt modelId="{9B9561D2-05CC-3A45-8AAE-FF189B1AFC67}" type="pres">
      <dgm:prSet presAssocID="{1EF24154-BA49-488A-8EF2-A69BBBAC3D8C}" presName="linear" presStyleCnt="0">
        <dgm:presLayoutVars>
          <dgm:animLvl val="lvl"/>
          <dgm:resizeHandles val="exact"/>
        </dgm:presLayoutVars>
      </dgm:prSet>
      <dgm:spPr/>
    </dgm:pt>
    <dgm:pt modelId="{AB7673DF-8A87-3E43-89CF-E2D1E203E804}" type="pres">
      <dgm:prSet presAssocID="{89020300-9F21-4808-9BCA-1C2762C7553D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D6226BF2-2995-924B-B0F4-E9440EB48EA7}" type="pres">
      <dgm:prSet presAssocID="{59BB1D31-7BF7-4009-AE36-D40CECBEC3BE}" presName="spacer" presStyleCnt="0"/>
      <dgm:spPr/>
    </dgm:pt>
    <dgm:pt modelId="{08A05275-AC0C-CC49-8060-0CCE2F1BA6BC}" type="pres">
      <dgm:prSet presAssocID="{0F9B909A-B3D7-4E36-B330-B009FE52CE99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0921423F-98C4-AB4B-B733-739FA58DD795}" type="pres">
      <dgm:prSet presAssocID="{E62FCF46-508D-4B9B-8D0E-A387A9923E6C}" presName="spacer" presStyleCnt="0"/>
      <dgm:spPr/>
    </dgm:pt>
    <dgm:pt modelId="{25B30342-B1BF-6445-A380-E64DF5E59621}" type="pres">
      <dgm:prSet presAssocID="{91CA7CAF-048D-4FF6-8F53-ED1CE6B09A39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8D3C8E15-10A9-9C41-B951-61E2C1F5DB37}" type="pres">
      <dgm:prSet presAssocID="{03B2E083-AC15-4012-AC11-CC387FE77E65}" presName="spacer" presStyleCnt="0"/>
      <dgm:spPr/>
    </dgm:pt>
    <dgm:pt modelId="{360650D1-3D54-BB43-8289-26AC2E85A8B6}" type="pres">
      <dgm:prSet presAssocID="{087794A8-10AF-454B-9C93-75B9B5993B6B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D64E4B2D-AEE0-FF4B-B0EF-498400FC51FD}" type="pres">
      <dgm:prSet presAssocID="{2238E7D3-6E13-4748-9802-4C74FE183174}" presName="spacer" presStyleCnt="0"/>
      <dgm:spPr/>
    </dgm:pt>
    <dgm:pt modelId="{1D2AA27F-7F5E-CF46-B880-5945E8F38D48}" type="pres">
      <dgm:prSet presAssocID="{690FAB03-3CA6-4BF2-9A8F-F575972F9F63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E37A403E-8DBF-D94A-84F1-2F1CC7E234FF}" type="pres">
      <dgm:prSet presAssocID="{A23C03C8-6985-4B35-914E-1AAC8FC7566D}" presName="spacer" presStyleCnt="0"/>
      <dgm:spPr/>
    </dgm:pt>
    <dgm:pt modelId="{06FBA057-7A6E-5B4A-AA2E-65DBCF5169AA}" type="pres">
      <dgm:prSet presAssocID="{5D771FFD-4FB3-4E49-A0EC-D00DA1E49167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EBC6CA62-8BD0-F042-8B86-292C344A66ED}" type="pres">
      <dgm:prSet presAssocID="{19DBF638-AAD7-42D5-A68C-600B34C19F0E}" presName="spacer" presStyleCnt="0"/>
      <dgm:spPr/>
    </dgm:pt>
    <dgm:pt modelId="{6D5A57EE-4CBB-D949-A593-F8C6DEC84322}" type="pres">
      <dgm:prSet presAssocID="{86E20908-6841-4538-9929-A240D0E41BE3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4EF6BBAD-4413-DF4F-8DE8-E3F6F44DC40B}" type="pres">
      <dgm:prSet presAssocID="{76E324CF-7B62-472C-98D5-01D7F440B3CE}" presName="spacer" presStyleCnt="0"/>
      <dgm:spPr/>
    </dgm:pt>
    <dgm:pt modelId="{79B59993-267C-F64E-913F-6EB5A2042DCF}" type="pres">
      <dgm:prSet presAssocID="{D4A5BB2D-C5B3-412B-A5FA-F7FB5A78BA35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BF59B52D-0A32-C544-AEBC-7EC443058BC5}" type="pres">
      <dgm:prSet presAssocID="{89562459-CC2B-4556-AA97-EB2FDA5BA99F}" presName="spacer" presStyleCnt="0"/>
      <dgm:spPr/>
    </dgm:pt>
    <dgm:pt modelId="{A75BED81-F7AD-4B49-A0A4-A790CE90148A}" type="pres">
      <dgm:prSet presAssocID="{6AB0A564-D5E3-496E-BA04-FC88EC439E8A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45972BDF-F680-9D4E-B1B1-D7719EFAA823}" type="pres">
      <dgm:prSet presAssocID="{BA52CB58-0698-4E16-B482-72252633AFCC}" presName="spacer" presStyleCnt="0"/>
      <dgm:spPr/>
    </dgm:pt>
    <dgm:pt modelId="{A95FE382-2DBA-5940-A7E0-AC2DD22988F8}" type="pres">
      <dgm:prSet presAssocID="{75C752B3-2939-48A3-9159-C2A053ADE0CC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A4DA540E-369E-4F2A-9B27-B3C6558C943A}" srcId="{1EF24154-BA49-488A-8EF2-A69BBBAC3D8C}" destId="{D4A5BB2D-C5B3-412B-A5FA-F7FB5A78BA35}" srcOrd="7" destOrd="0" parTransId="{02C72C46-8688-4A6B-A549-A7828AAE64FD}" sibTransId="{89562459-CC2B-4556-AA97-EB2FDA5BA99F}"/>
    <dgm:cxn modelId="{DB07331E-6207-8C4B-B210-060121848013}" type="presOf" srcId="{89020300-9F21-4808-9BCA-1C2762C7553D}" destId="{AB7673DF-8A87-3E43-89CF-E2D1E203E804}" srcOrd="0" destOrd="0" presId="urn:microsoft.com/office/officeart/2005/8/layout/vList2"/>
    <dgm:cxn modelId="{FCA47B30-B1DC-4547-9D17-BF81B60EECAD}" srcId="{1EF24154-BA49-488A-8EF2-A69BBBAC3D8C}" destId="{5D771FFD-4FB3-4E49-A0EC-D00DA1E49167}" srcOrd="5" destOrd="0" parTransId="{0989D92F-D239-4FBA-88F7-BF7F72C64111}" sibTransId="{19DBF638-AAD7-42D5-A68C-600B34C19F0E}"/>
    <dgm:cxn modelId="{CF709E37-E329-D943-9ECC-5671E69D7606}" type="presOf" srcId="{75C752B3-2939-48A3-9159-C2A053ADE0CC}" destId="{A95FE382-2DBA-5940-A7E0-AC2DD22988F8}" srcOrd="0" destOrd="0" presId="urn:microsoft.com/office/officeart/2005/8/layout/vList2"/>
    <dgm:cxn modelId="{16DFA244-96C9-9842-AB8C-0A8A2464E7D3}" type="presOf" srcId="{86E20908-6841-4538-9929-A240D0E41BE3}" destId="{6D5A57EE-4CBB-D949-A593-F8C6DEC84322}" srcOrd="0" destOrd="0" presId="urn:microsoft.com/office/officeart/2005/8/layout/vList2"/>
    <dgm:cxn modelId="{44BA334E-9553-4960-8F36-D53F77458B1C}" srcId="{1EF24154-BA49-488A-8EF2-A69BBBAC3D8C}" destId="{91CA7CAF-048D-4FF6-8F53-ED1CE6B09A39}" srcOrd="2" destOrd="0" parTransId="{82EFDDD8-A734-4808-B32E-523869C3AB81}" sibTransId="{03B2E083-AC15-4012-AC11-CC387FE77E65}"/>
    <dgm:cxn modelId="{24ED2566-400F-2E42-83A2-CFDD59E60629}" type="presOf" srcId="{1EF24154-BA49-488A-8EF2-A69BBBAC3D8C}" destId="{9B9561D2-05CC-3A45-8AAE-FF189B1AFC67}" srcOrd="0" destOrd="0" presId="urn:microsoft.com/office/officeart/2005/8/layout/vList2"/>
    <dgm:cxn modelId="{2C394366-7527-2541-A337-E62F24393025}" type="presOf" srcId="{91CA7CAF-048D-4FF6-8F53-ED1CE6B09A39}" destId="{25B30342-B1BF-6445-A380-E64DF5E59621}" srcOrd="0" destOrd="0" presId="urn:microsoft.com/office/officeart/2005/8/layout/vList2"/>
    <dgm:cxn modelId="{D9280F69-58E6-4EDB-A472-8ED36D34FBDA}" srcId="{1EF24154-BA49-488A-8EF2-A69BBBAC3D8C}" destId="{86E20908-6841-4538-9929-A240D0E41BE3}" srcOrd="6" destOrd="0" parTransId="{8DD2B3C3-6D54-440E-9E1C-6CEDA698786F}" sibTransId="{76E324CF-7B62-472C-98D5-01D7F440B3CE}"/>
    <dgm:cxn modelId="{34F3816B-2C6A-450C-BB76-83FBDC3B6502}" srcId="{1EF24154-BA49-488A-8EF2-A69BBBAC3D8C}" destId="{6AB0A564-D5E3-496E-BA04-FC88EC439E8A}" srcOrd="8" destOrd="0" parTransId="{C9095AF9-9851-47B5-9EBA-5A87955B1CB6}" sibTransId="{BA52CB58-0698-4E16-B482-72252633AFCC}"/>
    <dgm:cxn modelId="{59065D73-9281-0D47-A9EE-E4AFC6305571}" type="presOf" srcId="{087794A8-10AF-454B-9C93-75B9B5993B6B}" destId="{360650D1-3D54-BB43-8289-26AC2E85A8B6}" srcOrd="0" destOrd="0" presId="urn:microsoft.com/office/officeart/2005/8/layout/vList2"/>
    <dgm:cxn modelId="{661FD77A-2C20-414D-AA63-37D4552E12FE}" srcId="{1EF24154-BA49-488A-8EF2-A69BBBAC3D8C}" destId="{0F9B909A-B3D7-4E36-B330-B009FE52CE99}" srcOrd="1" destOrd="0" parTransId="{88CD8581-978D-44BA-AC5C-6A21D6907E32}" sibTransId="{E62FCF46-508D-4B9B-8D0E-A387A9923E6C}"/>
    <dgm:cxn modelId="{7F230C87-BC03-4B4E-8B0D-7AF014B5F2E2}" srcId="{1EF24154-BA49-488A-8EF2-A69BBBAC3D8C}" destId="{087794A8-10AF-454B-9C93-75B9B5993B6B}" srcOrd="3" destOrd="0" parTransId="{2999D85A-36A7-47AD-8348-E55E70C4B7CC}" sibTransId="{2238E7D3-6E13-4748-9802-4C74FE183174}"/>
    <dgm:cxn modelId="{77161F8C-D424-694E-AAE0-87479605EFAA}" type="presOf" srcId="{5D771FFD-4FB3-4E49-A0EC-D00DA1E49167}" destId="{06FBA057-7A6E-5B4A-AA2E-65DBCF5169AA}" srcOrd="0" destOrd="0" presId="urn:microsoft.com/office/officeart/2005/8/layout/vList2"/>
    <dgm:cxn modelId="{347375A5-53B7-4A01-8303-8F312F8276CD}" srcId="{1EF24154-BA49-488A-8EF2-A69BBBAC3D8C}" destId="{89020300-9F21-4808-9BCA-1C2762C7553D}" srcOrd="0" destOrd="0" parTransId="{AB1140B1-B3B4-4930-8AA6-A380E2CD6DDA}" sibTransId="{59BB1D31-7BF7-4009-AE36-D40CECBEC3BE}"/>
    <dgm:cxn modelId="{56ABAAA9-7930-42AB-BFC7-151C18E9097A}" srcId="{1EF24154-BA49-488A-8EF2-A69BBBAC3D8C}" destId="{690FAB03-3CA6-4BF2-9A8F-F575972F9F63}" srcOrd="4" destOrd="0" parTransId="{615B0471-5A15-45A9-927C-E78153DA22CA}" sibTransId="{A23C03C8-6985-4B35-914E-1AAC8FC7566D}"/>
    <dgm:cxn modelId="{D68164D2-A4FE-4610-89E1-D6A5B29C201C}" srcId="{1EF24154-BA49-488A-8EF2-A69BBBAC3D8C}" destId="{75C752B3-2939-48A3-9159-C2A053ADE0CC}" srcOrd="9" destOrd="0" parTransId="{735014F2-C64B-470C-BA60-900139C589A4}" sibTransId="{3D4308E7-19BA-45AD-86B6-8D64F238DAA1}"/>
    <dgm:cxn modelId="{42D4A2D8-4F75-4043-8237-5903FA7250B5}" type="presOf" srcId="{D4A5BB2D-C5B3-412B-A5FA-F7FB5A78BA35}" destId="{79B59993-267C-F64E-913F-6EB5A2042DCF}" srcOrd="0" destOrd="0" presId="urn:microsoft.com/office/officeart/2005/8/layout/vList2"/>
    <dgm:cxn modelId="{4E77D5F0-27CB-0243-BC9F-31C65BDC8D79}" type="presOf" srcId="{0F9B909A-B3D7-4E36-B330-B009FE52CE99}" destId="{08A05275-AC0C-CC49-8060-0CCE2F1BA6BC}" srcOrd="0" destOrd="0" presId="urn:microsoft.com/office/officeart/2005/8/layout/vList2"/>
    <dgm:cxn modelId="{CE181FF4-B389-714B-8900-4F014F91EF77}" type="presOf" srcId="{690FAB03-3CA6-4BF2-9A8F-F575972F9F63}" destId="{1D2AA27F-7F5E-CF46-B880-5945E8F38D48}" srcOrd="0" destOrd="0" presId="urn:microsoft.com/office/officeart/2005/8/layout/vList2"/>
    <dgm:cxn modelId="{D51A64FD-1390-4243-84E6-11DE3017F9D9}" type="presOf" srcId="{6AB0A564-D5E3-496E-BA04-FC88EC439E8A}" destId="{A75BED81-F7AD-4B49-A0A4-A790CE90148A}" srcOrd="0" destOrd="0" presId="urn:microsoft.com/office/officeart/2005/8/layout/vList2"/>
    <dgm:cxn modelId="{A37D3EAF-0CA9-CA47-A9D0-8E12E7172843}" type="presParOf" srcId="{9B9561D2-05CC-3A45-8AAE-FF189B1AFC67}" destId="{AB7673DF-8A87-3E43-89CF-E2D1E203E804}" srcOrd="0" destOrd="0" presId="urn:microsoft.com/office/officeart/2005/8/layout/vList2"/>
    <dgm:cxn modelId="{E52088CD-6547-3F44-8F65-DFFB0690D105}" type="presParOf" srcId="{9B9561D2-05CC-3A45-8AAE-FF189B1AFC67}" destId="{D6226BF2-2995-924B-B0F4-E9440EB48EA7}" srcOrd="1" destOrd="0" presId="urn:microsoft.com/office/officeart/2005/8/layout/vList2"/>
    <dgm:cxn modelId="{B292B5DD-7621-B545-AA8D-F67187150A28}" type="presParOf" srcId="{9B9561D2-05CC-3A45-8AAE-FF189B1AFC67}" destId="{08A05275-AC0C-CC49-8060-0CCE2F1BA6BC}" srcOrd="2" destOrd="0" presId="urn:microsoft.com/office/officeart/2005/8/layout/vList2"/>
    <dgm:cxn modelId="{B40F1D31-028D-6042-847F-B9C799F98A6C}" type="presParOf" srcId="{9B9561D2-05CC-3A45-8AAE-FF189B1AFC67}" destId="{0921423F-98C4-AB4B-B733-739FA58DD795}" srcOrd="3" destOrd="0" presId="urn:microsoft.com/office/officeart/2005/8/layout/vList2"/>
    <dgm:cxn modelId="{C52E6AD8-A084-3545-A75B-A3AC87409BC3}" type="presParOf" srcId="{9B9561D2-05CC-3A45-8AAE-FF189B1AFC67}" destId="{25B30342-B1BF-6445-A380-E64DF5E59621}" srcOrd="4" destOrd="0" presId="urn:microsoft.com/office/officeart/2005/8/layout/vList2"/>
    <dgm:cxn modelId="{65E1677C-141C-A24C-BFEF-442C25F8E8F3}" type="presParOf" srcId="{9B9561D2-05CC-3A45-8AAE-FF189B1AFC67}" destId="{8D3C8E15-10A9-9C41-B951-61E2C1F5DB37}" srcOrd="5" destOrd="0" presId="urn:microsoft.com/office/officeart/2005/8/layout/vList2"/>
    <dgm:cxn modelId="{EBFBE0AB-B939-3C42-BF82-C73A4C5AB820}" type="presParOf" srcId="{9B9561D2-05CC-3A45-8AAE-FF189B1AFC67}" destId="{360650D1-3D54-BB43-8289-26AC2E85A8B6}" srcOrd="6" destOrd="0" presId="urn:microsoft.com/office/officeart/2005/8/layout/vList2"/>
    <dgm:cxn modelId="{74908F9D-2633-6B4F-886F-A22E5AE24E39}" type="presParOf" srcId="{9B9561D2-05CC-3A45-8AAE-FF189B1AFC67}" destId="{D64E4B2D-AEE0-FF4B-B0EF-498400FC51FD}" srcOrd="7" destOrd="0" presId="urn:microsoft.com/office/officeart/2005/8/layout/vList2"/>
    <dgm:cxn modelId="{2BA63072-4703-D44A-9B84-E11BB6A86BA4}" type="presParOf" srcId="{9B9561D2-05CC-3A45-8AAE-FF189B1AFC67}" destId="{1D2AA27F-7F5E-CF46-B880-5945E8F38D48}" srcOrd="8" destOrd="0" presId="urn:microsoft.com/office/officeart/2005/8/layout/vList2"/>
    <dgm:cxn modelId="{A99CEDAE-E720-4745-BD48-A175D2CC62E8}" type="presParOf" srcId="{9B9561D2-05CC-3A45-8AAE-FF189B1AFC67}" destId="{E37A403E-8DBF-D94A-84F1-2F1CC7E234FF}" srcOrd="9" destOrd="0" presId="urn:microsoft.com/office/officeart/2005/8/layout/vList2"/>
    <dgm:cxn modelId="{68E23385-DEC2-A04D-BB61-FC15C0BCBFE9}" type="presParOf" srcId="{9B9561D2-05CC-3A45-8AAE-FF189B1AFC67}" destId="{06FBA057-7A6E-5B4A-AA2E-65DBCF5169AA}" srcOrd="10" destOrd="0" presId="urn:microsoft.com/office/officeart/2005/8/layout/vList2"/>
    <dgm:cxn modelId="{1A7D9D27-3058-6D45-B377-F38D84FDA304}" type="presParOf" srcId="{9B9561D2-05CC-3A45-8AAE-FF189B1AFC67}" destId="{EBC6CA62-8BD0-F042-8B86-292C344A66ED}" srcOrd="11" destOrd="0" presId="urn:microsoft.com/office/officeart/2005/8/layout/vList2"/>
    <dgm:cxn modelId="{1979CA90-BDF5-424A-9CA5-96459820DDF3}" type="presParOf" srcId="{9B9561D2-05CC-3A45-8AAE-FF189B1AFC67}" destId="{6D5A57EE-4CBB-D949-A593-F8C6DEC84322}" srcOrd="12" destOrd="0" presId="urn:microsoft.com/office/officeart/2005/8/layout/vList2"/>
    <dgm:cxn modelId="{67514720-7B79-424D-B3B4-D17ACD686CB6}" type="presParOf" srcId="{9B9561D2-05CC-3A45-8AAE-FF189B1AFC67}" destId="{4EF6BBAD-4413-DF4F-8DE8-E3F6F44DC40B}" srcOrd="13" destOrd="0" presId="urn:microsoft.com/office/officeart/2005/8/layout/vList2"/>
    <dgm:cxn modelId="{EFE8B8A0-15D7-5842-9DE1-E7FE1A5A353B}" type="presParOf" srcId="{9B9561D2-05CC-3A45-8AAE-FF189B1AFC67}" destId="{79B59993-267C-F64E-913F-6EB5A2042DCF}" srcOrd="14" destOrd="0" presId="urn:microsoft.com/office/officeart/2005/8/layout/vList2"/>
    <dgm:cxn modelId="{2D8B9FB8-8F23-2C46-BA42-BFD4319B2F79}" type="presParOf" srcId="{9B9561D2-05CC-3A45-8AAE-FF189B1AFC67}" destId="{BF59B52D-0A32-C544-AEBC-7EC443058BC5}" srcOrd="15" destOrd="0" presId="urn:microsoft.com/office/officeart/2005/8/layout/vList2"/>
    <dgm:cxn modelId="{357D4547-CB25-D84D-8495-CE41B7EB1259}" type="presParOf" srcId="{9B9561D2-05CC-3A45-8AAE-FF189B1AFC67}" destId="{A75BED81-F7AD-4B49-A0A4-A790CE90148A}" srcOrd="16" destOrd="0" presId="urn:microsoft.com/office/officeart/2005/8/layout/vList2"/>
    <dgm:cxn modelId="{96010E52-C497-F34B-8166-6A783588F76C}" type="presParOf" srcId="{9B9561D2-05CC-3A45-8AAE-FF189B1AFC67}" destId="{45972BDF-F680-9D4E-B1B1-D7719EFAA823}" srcOrd="17" destOrd="0" presId="urn:microsoft.com/office/officeart/2005/8/layout/vList2"/>
    <dgm:cxn modelId="{1969B441-3A39-BF42-84F6-0D9BE4FB50D8}" type="presParOf" srcId="{9B9561D2-05CC-3A45-8AAE-FF189B1AFC67}" destId="{A95FE382-2DBA-5940-A7E0-AC2DD22988F8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688636-5156-4DE3-BB4C-C2EF212E9298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86D3B07-9588-45B9-A3ED-DABFD8CDE57C}">
      <dgm:prSet/>
      <dgm:spPr/>
      <dgm:t>
        <a:bodyPr/>
        <a:lstStyle/>
        <a:p>
          <a:r>
            <a:rPr lang="en-US" b="0" i="0" baseline="0"/>
            <a:t>Primary audience includes lecturers and module assessors</a:t>
          </a:r>
          <a:endParaRPr lang="en-US"/>
        </a:p>
      </dgm:t>
    </dgm:pt>
    <dgm:pt modelId="{00597576-DACF-4DD0-9794-E05AC7D822DF}" type="parTrans" cxnId="{B43B678D-81AE-4F86-B6C0-266BD2991CF3}">
      <dgm:prSet/>
      <dgm:spPr/>
      <dgm:t>
        <a:bodyPr/>
        <a:lstStyle/>
        <a:p>
          <a:endParaRPr lang="en-US"/>
        </a:p>
      </dgm:t>
    </dgm:pt>
    <dgm:pt modelId="{49CD0888-5EA3-4D29-A377-E90604767DD7}" type="sibTrans" cxnId="{B43B678D-81AE-4F86-B6C0-266BD2991CF3}">
      <dgm:prSet/>
      <dgm:spPr/>
      <dgm:t>
        <a:bodyPr/>
        <a:lstStyle/>
        <a:p>
          <a:endParaRPr lang="en-US"/>
        </a:p>
      </dgm:t>
    </dgm:pt>
    <dgm:pt modelId="{3E5F0080-C49F-4305-B096-E6C4C6B2097C}">
      <dgm:prSet/>
      <dgm:spPr/>
      <dgm:t>
        <a:bodyPr/>
        <a:lstStyle/>
        <a:p>
          <a:r>
            <a:rPr lang="en-US" b="0" i="0" baseline="0"/>
            <a:t>Secondary audience includes employers and recruiters</a:t>
          </a:r>
          <a:endParaRPr lang="en-US"/>
        </a:p>
      </dgm:t>
    </dgm:pt>
    <dgm:pt modelId="{9279D209-3055-4BA7-8ABE-8E76E2CD0BF1}" type="parTrans" cxnId="{BC91502E-AB50-41B1-AAEA-560FCAE116A1}">
      <dgm:prSet/>
      <dgm:spPr/>
      <dgm:t>
        <a:bodyPr/>
        <a:lstStyle/>
        <a:p>
          <a:endParaRPr lang="en-US"/>
        </a:p>
      </dgm:t>
    </dgm:pt>
    <dgm:pt modelId="{D700C26B-502E-4C1A-B515-2BA9DD752F68}" type="sibTrans" cxnId="{BC91502E-AB50-41B1-AAEA-560FCAE116A1}">
      <dgm:prSet/>
      <dgm:spPr/>
      <dgm:t>
        <a:bodyPr/>
        <a:lstStyle/>
        <a:p>
          <a:endParaRPr lang="en-US"/>
        </a:p>
      </dgm:t>
    </dgm:pt>
    <dgm:pt modelId="{DC401345-D99D-4E87-9C16-07F583F11638}">
      <dgm:prSet/>
      <dgm:spPr/>
      <dgm:t>
        <a:bodyPr/>
        <a:lstStyle/>
        <a:p>
          <a:r>
            <a:rPr lang="en-US" b="0" i="0" baseline="0"/>
            <a:t>The website is suitable for users with different technical knowledge</a:t>
          </a:r>
          <a:endParaRPr lang="en-US"/>
        </a:p>
      </dgm:t>
    </dgm:pt>
    <dgm:pt modelId="{E6B90A36-4127-480F-B27B-8363DD921F29}" type="parTrans" cxnId="{3B6F75AD-5B77-49F3-8C96-67C37CC9E873}">
      <dgm:prSet/>
      <dgm:spPr/>
      <dgm:t>
        <a:bodyPr/>
        <a:lstStyle/>
        <a:p>
          <a:endParaRPr lang="en-US"/>
        </a:p>
      </dgm:t>
    </dgm:pt>
    <dgm:pt modelId="{67B8095F-FDCD-4901-B8F5-B198F71305C7}" type="sibTrans" cxnId="{3B6F75AD-5B77-49F3-8C96-67C37CC9E873}">
      <dgm:prSet/>
      <dgm:spPr/>
      <dgm:t>
        <a:bodyPr/>
        <a:lstStyle/>
        <a:p>
          <a:endParaRPr lang="en-US"/>
        </a:p>
      </dgm:t>
    </dgm:pt>
    <dgm:pt modelId="{CB537202-1F58-4EBA-9DFD-795E28A8F4FF}">
      <dgm:prSet/>
      <dgm:spPr/>
      <dgm:t>
        <a:bodyPr/>
        <a:lstStyle/>
        <a:p>
          <a:r>
            <a:rPr lang="en-US" b="0" i="0" baseline="0"/>
            <a:t>Content is presented in a professional and academic style</a:t>
          </a:r>
          <a:endParaRPr lang="en-US"/>
        </a:p>
      </dgm:t>
    </dgm:pt>
    <dgm:pt modelId="{6561686C-C5FE-4F64-BA7C-43AFF42E93FD}" type="parTrans" cxnId="{7AEB6CA6-63FD-481D-8515-C52C683A8411}">
      <dgm:prSet/>
      <dgm:spPr/>
      <dgm:t>
        <a:bodyPr/>
        <a:lstStyle/>
        <a:p>
          <a:endParaRPr lang="en-US"/>
        </a:p>
      </dgm:t>
    </dgm:pt>
    <dgm:pt modelId="{B919EC92-570D-4D6E-91FC-2180A5313AC5}" type="sibTrans" cxnId="{7AEB6CA6-63FD-481D-8515-C52C683A8411}">
      <dgm:prSet/>
      <dgm:spPr/>
      <dgm:t>
        <a:bodyPr/>
        <a:lstStyle/>
        <a:p>
          <a:endParaRPr lang="en-US"/>
        </a:p>
      </dgm:t>
    </dgm:pt>
    <dgm:pt modelId="{CC5466E3-CF80-4133-8025-D7D5E497C83D}">
      <dgm:prSet/>
      <dgm:spPr/>
      <dgm:t>
        <a:bodyPr/>
        <a:lstStyle/>
        <a:p>
          <a:r>
            <a:rPr lang="en-US" b="0" i="0" baseline="0"/>
            <a:t>The goal is to clearly communicate skills and projects</a:t>
          </a:r>
          <a:endParaRPr lang="en-US"/>
        </a:p>
      </dgm:t>
    </dgm:pt>
    <dgm:pt modelId="{794755A9-7DEF-47E9-B545-DF3905AD0A62}" type="parTrans" cxnId="{D15BF6E1-463C-4BD0-94AD-FA36B6EF5840}">
      <dgm:prSet/>
      <dgm:spPr/>
      <dgm:t>
        <a:bodyPr/>
        <a:lstStyle/>
        <a:p>
          <a:endParaRPr lang="en-US"/>
        </a:p>
      </dgm:t>
    </dgm:pt>
    <dgm:pt modelId="{61B0AEF8-45F1-458B-A62F-D3D1C80971BB}" type="sibTrans" cxnId="{D15BF6E1-463C-4BD0-94AD-FA36B6EF5840}">
      <dgm:prSet/>
      <dgm:spPr/>
      <dgm:t>
        <a:bodyPr/>
        <a:lstStyle/>
        <a:p>
          <a:endParaRPr lang="en-US"/>
        </a:p>
      </dgm:t>
    </dgm:pt>
    <dgm:pt modelId="{ED6A5AE4-2403-4BDB-AE3D-D2B21F8F48D9}">
      <dgm:prSet/>
      <dgm:spPr/>
      <dgm:t>
        <a:bodyPr/>
        <a:lstStyle/>
        <a:p>
          <a:r>
            <a:rPr lang="en-US" b="0" i="0" baseline="0"/>
            <a:t>Information is organised for quick understanding</a:t>
          </a:r>
          <a:endParaRPr lang="en-US"/>
        </a:p>
      </dgm:t>
    </dgm:pt>
    <dgm:pt modelId="{94677B51-B804-4198-BF2F-31A91BB626F2}" type="parTrans" cxnId="{270376CC-8D37-448B-92A2-EA447BA55FB2}">
      <dgm:prSet/>
      <dgm:spPr/>
      <dgm:t>
        <a:bodyPr/>
        <a:lstStyle/>
        <a:p>
          <a:endParaRPr lang="en-US"/>
        </a:p>
      </dgm:t>
    </dgm:pt>
    <dgm:pt modelId="{ABCA0285-724B-4B40-80DD-D4E3E7BFC16C}" type="sibTrans" cxnId="{270376CC-8D37-448B-92A2-EA447BA55FB2}">
      <dgm:prSet/>
      <dgm:spPr/>
      <dgm:t>
        <a:bodyPr/>
        <a:lstStyle/>
        <a:p>
          <a:endParaRPr lang="en-US"/>
        </a:p>
      </dgm:t>
    </dgm:pt>
    <dgm:pt modelId="{E4C4FB73-C77E-4394-A8D2-219C75AACB39}">
      <dgm:prSet/>
      <dgm:spPr/>
      <dgm:t>
        <a:bodyPr/>
        <a:lstStyle/>
        <a:p>
          <a:r>
            <a:rPr lang="en-US" b="0" i="0" baseline="0"/>
            <a:t>Navigation is designed to be intuitive and accessible</a:t>
          </a:r>
          <a:endParaRPr lang="en-US"/>
        </a:p>
      </dgm:t>
    </dgm:pt>
    <dgm:pt modelId="{1E68843E-38B9-4FEA-86AE-989BF61F93AA}" type="parTrans" cxnId="{6934FA44-16DA-4223-A6FE-EBB481D6E8C7}">
      <dgm:prSet/>
      <dgm:spPr/>
      <dgm:t>
        <a:bodyPr/>
        <a:lstStyle/>
        <a:p>
          <a:endParaRPr lang="en-US"/>
        </a:p>
      </dgm:t>
    </dgm:pt>
    <dgm:pt modelId="{6B15FB76-5599-4605-95F6-B6A82542D1AF}" type="sibTrans" cxnId="{6934FA44-16DA-4223-A6FE-EBB481D6E8C7}">
      <dgm:prSet/>
      <dgm:spPr/>
      <dgm:t>
        <a:bodyPr/>
        <a:lstStyle/>
        <a:p>
          <a:endParaRPr lang="en-US"/>
        </a:p>
      </dgm:t>
    </dgm:pt>
    <dgm:pt modelId="{06878056-631D-4FC1-8A46-0DD75A045757}">
      <dgm:prSet/>
      <dgm:spPr/>
      <dgm:t>
        <a:bodyPr/>
        <a:lstStyle/>
        <a:p>
          <a:r>
            <a:rPr lang="en-US" b="0" i="0" baseline="0"/>
            <a:t>Visual design supports readability and clarity</a:t>
          </a:r>
          <a:endParaRPr lang="en-US"/>
        </a:p>
      </dgm:t>
    </dgm:pt>
    <dgm:pt modelId="{F9B64DFE-2918-4263-963B-E92FA3F15EEB}" type="parTrans" cxnId="{2554FD86-0E20-42E0-8507-6523E705D556}">
      <dgm:prSet/>
      <dgm:spPr/>
      <dgm:t>
        <a:bodyPr/>
        <a:lstStyle/>
        <a:p>
          <a:endParaRPr lang="en-US"/>
        </a:p>
      </dgm:t>
    </dgm:pt>
    <dgm:pt modelId="{F553E534-08A5-4F90-9F37-8A25C19D2321}" type="sibTrans" cxnId="{2554FD86-0E20-42E0-8507-6523E705D556}">
      <dgm:prSet/>
      <dgm:spPr/>
      <dgm:t>
        <a:bodyPr/>
        <a:lstStyle/>
        <a:p>
          <a:endParaRPr lang="en-US"/>
        </a:p>
      </dgm:t>
    </dgm:pt>
    <dgm:pt modelId="{653428EE-996D-4881-A228-438FDFF13ED7}">
      <dgm:prSet/>
      <dgm:spPr/>
      <dgm:t>
        <a:bodyPr/>
        <a:lstStyle/>
        <a:p>
          <a:r>
            <a:rPr lang="en-US" b="0" i="0" baseline="0"/>
            <a:t>Interactive elements demonstrate technical competence</a:t>
          </a:r>
          <a:endParaRPr lang="en-US"/>
        </a:p>
      </dgm:t>
    </dgm:pt>
    <dgm:pt modelId="{34846BDF-CFF4-4E92-A3CE-EE0C3B323C18}" type="parTrans" cxnId="{E19689EF-C162-4D14-80DC-CDE699A1D47F}">
      <dgm:prSet/>
      <dgm:spPr/>
      <dgm:t>
        <a:bodyPr/>
        <a:lstStyle/>
        <a:p>
          <a:endParaRPr lang="en-US"/>
        </a:p>
      </dgm:t>
    </dgm:pt>
    <dgm:pt modelId="{F59B33D0-09EC-4229-AD54-6D5EDECBDA3F}" type="sibTrans" cxnId="{E19689EF-C162-4D14-80DC-CDE699A1D47F}">
      <dgm:prSet/>
      <dgm:spPr/>
      <dgm:t>
        <a:bodyPr/>
        <a:lstStyle/>
        <a:p>
          <a:endParaRPr lang="en-US"/>
        </a:p>
      </dgm:t>
    </dgm:pt>
    <dgm:pt modelId="{1CEF65CE-E74F-4347-B058-71A2ADEA4EEE}">
      <dgm:prSet/>
      <dgm:spPr/>
      <dgm:t>
        <a:bodyPr/>
        <a:lstStyle/>
        <a:p>
          <a:r>
            <a:rPr lang="en-US" b="0" i="0" baseline="0"/>
            <a:t>The website balances creativity with professionalism</a:t>
          </a:r>
          <a:endParaRPr lang="en-US"/>
        </a:p>
      </dgm:t>
    </dgm:pt>
    <dgm:pt modelId="{1285EBE4-2F63-47AE-BF78-92A839092763}" type="parTrans" cxnId="{FA1FFB7A-B3C8-4250-9BAC-42651995981E}">
      <dgm:prSet/>
      <dgm:spPr/>
      <dgm:t>
        <a:bodyPr/>
        <a:lstStyle/>
        <a:p>
          <a:endParaRPr lang="en-US"/>
        </a:p>
      </dgm:t>
    </dgm:pt>
    <dgm:pt modelId="{7E973034-227B-4ACA-847E-27DFE6703A16}" type="sibTrans" cxnId="{FA1FFB7A-B3C8-4250-9BAC-42651995981E}">
      <dgm:prSet/>
      <dgm:spPr/>
      <dgm:t>
        <a:bodyPr/>
        <a:lstStyle/>
        <a:p>
          <a:endParaRPr lang="en-US"/>
        </a:p>
      </dgm:t>
    </dgm:pt>
    <dgm:pt modelId="{BF4D03FC-7DE9-D24A-B039-9C142D2C496D}" type="pres">
      <dgm:prSet presAssocID="{09688636-5156-4DE3-BB4C-C2EF212E9298}" presName="vert0" presStyleCnt="0">
        <dgm:presLayoutVars>
          <dgm:dir/>
          <dgm:animOne val="branch"/>
          <dgm:animLvl val="lvl"/>
        </dgm:presLayoutVars>
      </dgm:prSet>
      <dgm:spPr/>
    </dgm:pt>
    <dgm:pt modelId="{132BA9E1-5213-7146-9456-B003F224ED64}" type="pres">
      <dgm:prSet presAssocID="{B86D3B07-9588-45B9-A3ED-DABFD8CDE57C}" presName="thickLine" presStyleLbl="alignNode1" presStyleIdx="0" presStyleCnt="10"/>
      <dgm:spPr/>
    </dgm:pt>
    <dgm:pt modelId="{D890D46C-1038-484A-9854-662994D13AFB}" type="pres">
      <dgm:prSet presAssocID="{B86D3B07-9588-45B9-A3ED-DABFD8CDE57C}" presName="horz1" presStyleCnt="0"/>
      <dgm:spPr/>
    </dgm:pt>
    <dgm:pt modelId="{88A933C2-CDD0-1B4B-9C8A-7ED7B633D59A}" type="pres">
      <dgm:prSet presAssocID="{B86D3B07-9588-45B9-A3ED-DABFD8CDE57C}" presName="tx1" presStyleLbl="revTx" presStyleIdx="0" presStyleCnt="10"/>
      <dgm:spPr/>
    </dgm:pt>
    <dgm:pt modelId="{F0406089-87B8-1146-8EF9-8BC2B316A198}" type="pres">
      <dgm:prSet presAssocID="{B86D3B07-9588-45B9-A3ED-DABFD8CDE57C}" presName="vert1" presStyleCnt="0"/>
      <dgm:spPr/>
    </dgm:pt>
    <dgm:pt modelId="{7076F36D-6BB6-9D4E-9383-C2C793EE555D}" type="pres">
      <dgm:prSet presAssocID="{3E5F0080-C49F-4305-B096-E6C4C6B2097C}" presName="thickLine" presStyleLbl="alignNode1" presStyleIdx="1" presStyleCnt="10"/>
      <dgm:spPr/>
    </dgm:pt>
    <dgm:pt modelId="{E27AF7F8-39B2-2E4F-926B-951DE78172B5}" type="pres">
      <dgm:prSet presAssocID="{3E5F0080-C49F-4305-B096-E6C4C6B2097C}" presName="horz1" presStyleCnt="0"/>
      <dgm:spPr/>
    </dgm:pt>
    <dgm:pt modelId="{E80E2349-6D58-CA42-A514-8E62558F0242}" type="pres">
      <dgm:prSet presAssocID="{3E5F0080-C49F-4305-B096-E6C4C6B2097C}" presName="tx1" presStyleLbl="revTx" presStyleIdx="1" presStyleCnt="10"/>
      <dgm:spPr/>
    </dgm:pt>
    <dgm:pt modelId="{47D094AB-F7D5-CB40-BED7-683E286A6095}" type="pres">
      <dgm:prSet presAssocID="{3E5F0080-C49F-4305-B096-E6C4C6B2097C}" presName="vert1" presStyleCnt="0"/>
      <dgm:spPr/>
    </dgm:pt>
    <dgm:pt modelId="{6EB2FD41-2863-2C48-89F3-8AC14CD5F97D}" type="pres">
      <dgm:prSet presAssocID="{DC401345-D99D-4E87-9C16-07F583F11638}" presName="thickLine" presStyleLbl="alignNode1" presStyleIdx="2" presStyleCnt="10"/>
      <dgm:spPr/>
    </dgm:pt>
    <dgm:pt modelId="{F965914B-6FBA-494C-BE08-E76138794E03}" type="pres">
      <dgm:prSet presAssocID="{DC401345-D99D-4E87-9C16-07F583F11638}" presName="horz1" presStyleCnt="0"/>
      <dgm:spPr/>
    </dgm:pt>
    <dgm:pt modelId="{631583E0-5A22-B34F-9C36-B86C76B2B40E}" type="pres">
      <dgm:prSet presAssocID="{DC401345-D99D-4E87-9C16-07F583F11638}" presName="tx1" presStyleLbl="revTx" presStyleIdx="2" presStyleCnt="10"/>
      <dgm:spPr/>
    </dgm:pt>
    <dgm:pt modelId="{818D61AB-84B7-654D-BF4E-253AA9E8EA86}" type="pres">
      <dgm:prSet presAssocID="{DC401345-D99D-4E87-9C16-07F583F11638}" presName="vert1" presStyleCnt="0"/>
      <dgm:spPr/>
    </dgm:pt>
    <dgm:pt modelId="{CF5A6664-26FF-4346-B2CC-5AE9D5F935E6}" type="pres">
      <dgm:prSet presAssocID="{CB537202-1F58-4EBA-9DFD-795E28A8F4FF}" presName="thickLine" presStyleLbl="alignNode1" presStyleIdx="3" presStyleCnt="10"/>
      <dgm:spPr/>
    </dgm:pt>
    <dgm:pt modelId="{5373D2D6-54F5-5E47-920E-33022E8FDE1D}" type="pres">
      <dgm:prSet presAssocID="{CB537202-1F58-4EBA-9DFD-795E28A8F4FF}" presName="horz1" presStyleCnt="0"/>
      <dgm:spPr/>
    </dgm:pt>
    <dgm:pt modelId="{96EA22D1-F63C-564C-8832-901AE4EA8AEC}" type="pres">
      <dgm:prSet presAssocID="{CB537202-1F58-4EBA-9DFD-795E28A8F4FF}" presName="tx1" presStyleLbl="revTx" presStyleIdx="3" presStyleCnt="10"/>
      <dgm:spPr/>
    </dgm:pt>
    <dgm:pt modelId="{A4D0F538-3860-F34E-80CE-DA99D90D5712}" type="pres">
      <dgm:prSet presAssocID="{CB537202-1F58-4EBA-9DFD-795E28A8F4FF}" presName="vert1" presStyleCnt="0"/>
      <dgm:spPr/>
    </dgm:pt>
    <dgm:pt modelId="{99675D4B-0EFB-A04B-BCD2-7D86ECCF47BC}" type="pres">
      <dgm:prSet presAssocID="{CC5466E3-CF80-4133-8025-D7D5E497C83D}" presName="thickLine" presStyleLbl="alignNode1" presStyleIdx="4" presStyleCnt="10"/>
      <dgm:spPr/>
    </dgm:pt>
    <dgm:pt modelId="{AA513CB6-7803-EE4B-A450-4EAF1E73FA63}" type="pres">
      <dgm:prSet presAssocID="{CC5466E3-CF80-4133-8025-D7D5E497C83D}" presName="horz1" presStyleCnt="0"/>
      <dgm:spPr/>
    </dgm:pt>
    <dgm:pt modelId="{BF4E07B6-9F60-E148-9FC2-E2B4AE85069E}" type="pres">
      <dgm:prSet presAssocID="{CC5466E3-CF80-4133-8025-D7D5E497C83D}" presName="tx1" presStyleLbl="revTx" presStyleIdx="4" presStyleCnt="10"/>
      <dgm:spPr/>
    </dgm:pt>
    <dgm:pt modelId="{13DCABA8-6048-3142-895C-3C430353943B}" type="pres">
      <dgm:prSet presAssocID="{CC5466E3-CF80-4133-8025-D7D5E497C83D}" presName="vert1" presStyleCnt="0"/>
      <dgm:spPr/>
    </dgm:pt>
    <dgm:pt modelId="{06445194-F2A8-2A41-8610-461DC82ADDAE}" type="pres">
      <dgm:prSet presAssocID="{ED6A5AE4-2403-4BDB-AE3D-D2B21F8F48D9}" presName="thickLine" presStyleLbl="alignNode1" presStyleIdx="5" presStyleCnt="10"/>
      <dgm:spPr/>
    </dgm:pt>
    <dgm:pt modelId="{F138D4C0-E003-C24D-969C-22E3CBC4B5E0}" type="pres">
      <dgm:prSet presAssocID="{ED6A5AE4-2403-4BDB-AE3D-D2B21F8F48D9}" presName="horz1" presStyleCnt="0"/>
      <dgm:spPr/>
    </dgm:pt>
    <dgm:pt modelId="{4452E6EB-4EA8-054F-B714-8D63F7B1E766}" type="pres">
      <dgm:prSet presAssocID="{ED6A5AE4-2403-4BDB-AE3D-D2B21F8F48D9}" presName="tx1" presStyleLbl="revTx" presStyleIdx="5" presStyleCnt="10"/>
      <dgm:spPr/>
    </dgm:pt>
    <dgm:pt modelId="{DEF58EA3-803F-C14E-845C-770845E0F49B}" type="pres">
      <dgm:prSet presAssocID="{ED6A5AE4-2403-4BDB-AE3D-D2B21F8F48D9}" presName="vert1" presStyleCnt="0"/>
      <dgm:spPr/>
    </dgm:pt>
    <dgm:pt modelId="{9815850E-4DEB-0E49-ABB3-047CC437824D}" type="pres">
      <dgm:prSet presAssocID="{E4C4FB73-C77E-4394-A8D2-219C75AACB39}" presName="thickLine" presStyleLbl="alignNode1" presStyleIdx="6" presStyleCnt="10"/>
      <dgm:spPr/>
    </dgm:pt>
    <dgm:pt modelId="{414635DD-0987-944C-A174-3D0246140DC2}" type="pres">
      <dgm:prSet presAssocID="{E4C4FB73-C77E-4394-A8D2-219C75AACB39}" presName="horz1" presStyleCnt="0"/>
      <dgm:spPr/>
    </dgm:pt>
    <dgm:pt modelId="{A96D8769-242E-7F4C-B628-7F112AB3D0BC}" type="pres">
      <dgm:prSet presAssocID="{E4C4FB73-C77E-4394-A8D2-219C75AACB39}" presName="tx1" presStyleLbl="revTx" presStyleIdx="6" presStyleCnt="10"/>
      <dgm:spPr/>
    </dgm:pt>
    <dgm:pt modelId="{21587938-1648-D749-BA30-3B0A6B762F7F}" type="pres">
      <dgm:prSet presAssocID="{E4C4FB73-C77E-4394-A8D2-219C75AACB39}" presName="vert1" presStyleCnt="0"/>
      <dgm:spPr/>
    </dgm:pt>
    <dgm:pt modelId="{0B0B2C87-C6AB-2042-805B-1444E68358F2}" type="pres">
      <dgm:prSet presAssocID="{06878056-631D-4FC1-8A46-0DD75A045757}" presName="thickLine" presStyleLbl="alignNode1" presStyleIdx="7" presStyleCnt="10"/>
      <dgm:spPr/>
    </dgm:pt>
    <dgm:pt modelId="{0621ACE3-50D3-544F-B0A0-D21ED325D3F6}" type="pres">
      <dgm:prSet presAssocID="{06878056-631D-4FC1-8A46-0DD75A045757}" presName="horz1" presStyleCnt="0"/>
      <dgm:spPr/>
    </dgm:pt>
    <dgm:pt modelId="{95876E24-BE89-B94F-9318-95E814EE4838}" type="pres">
      <dgm:prSet presAssocID="{06878056-631D-4FC1-8A46-0DD75A045757}" presName="tx1" presStyleLbl="revTx" presStyleIdx="7" presStyleCnt="10"/>
      <dgm:spPr/>
    </dgm:pt>
    <dgm:pt modelId="{E9766974-5983-724A-AB15-AAD3AE20F6AA}" type="pres">
      <dgm:prSet presAssocID="{06878056-631D-4FC1-8A46-0DD75A045757}" presName="vert1" presStyleCnt="0"/>
      <dgm:spPr/>
    </dgm:pt>
    <dgm:pt modelId="{7799F699-7A2E-5547-89AB-B64220ECBC3E}" type="pres">
      <dgm:prSet presAssocID="{653428EE-996D-4881-A228-438FDFF13ED7}" presName="thickLine" presStyleLbl="alignNode1" presStyleIdx="8" presStyleCnt="10"/>
      <dgm:spPr/>
    </dgm:pt>
    <dgm:pt modelId="{5DC6C0E9-3784-9644-87E5-EBA8DA18B05E}" type="pres">
      <dgm:prSet presAssocID="{653428EE-996D-4881-A228-438FDFF13ED7}" presName="horz1" presStyleCnt="0"/>
      <dgm:spPr/>
    </dgm:pt>
    <dgm:pt modelId="{EB2B535D-1F09-4840-8030-669A213A91E6}" type="pres">
      <dgm:prSet presAssocID="{653428EE-996D-4881-A228-438FDFF13ED7}" presName="tx1" presStyleLbl="revTx" presStyleIdx="8" presStyleCnt="10"/>
      <dgm:spPr/>
    </dgm:pt>
    <dgm:pt modelId="{FC12FC3C-99A4-C74B-857C-E5579A8C9E40}" type="pres">
      <dgm:prSet presAssocID="{653428EE-996D-4881-A228-438FDFF13ED7}" presName="vert1" presStyleCnt="0"/>
      <dgm:spPr/>
    </dgm:pt>
    <dgm:pt modelId="{AF407B71-1BE9-1443-B22E-3B6BCE1180A6}" type="pres">
      <dgm:prSet presAssocID="{1CEF65CE-E74F-4347-B058-71A2ADEA4EEE}" presName="thickLine" presStyleLbl="alignNode1" presStyleIdx="9" presStyleCnt="10"/>
      <dgm:spPr/>
    </dgm:pt>
    <dgm:pt modelId="{24779834-5926-AB4D-BBA3-A62F733B7FFD}" type="pres">
      <dgm:prSet presAssocID="{1CEF65CE-E74F-4347-B058-71A2ADEA4EEE}" presName="horz1" presStyleCnt="0"/>
      <dgm:spPr/>
    </dgm:pt>
    <dgm:pt modelId="{38747F80-4F0A-EB4C-AD04-43F3D50BCE12}" type="pres">
      <dgm:prSet presAssocID="{1CEF65CE-E74F-4347-B058-71A2ADEA4EEE}" presName="tx1" presStyleLbl="revTx" presStyleIdx="9" presStyleCnt="10"/>
      <dgm:spPr/>
    </dgm:pt>
    <dgm:pt modelId="{0DEF55F6-ADDB-C348-8808-7ED8070C7590}" type="pres">
      <dgm:prSet presAssocID="{1CEF65CE-E74F-4347-B058-71A2ADEA4EEE}" presName="vert1" presStyleCnt="0"/>
      <dgm:spPr/>
    </dgm:pt>
  </dgm:ptLst>
  <dgm:cxnLst>
    <dgm:cxn modelId="{4E77B80D-D4A0-B74E-8075-3F30841A5D46}" type="presOf" srcId="{DC401345-D99D-4E87-9C16-07F583F11638}" destId="{631583E0-5A22-B34F-9C36-B86C76B2B40E}" srcOrd="0" destOrd="0" presId="urn:microsoft.com/office/officeart/2008/layout/LinedList"/>
    <dgm:cxn modelId="{7A2A240E-E5EB-FC46-9333-0EC62319D3D0}" type="presOf" srcId="{B86D3B07-9588-45B9-A3ED-DABFD8CDE57C}" destId="{88A933C2-CDD0-1B4B-9C8A-7ED7B633D59A}" srcOrd="0" destOrd="0" presId="urn:microsoft.com/office/officeart/2008/layout/LinedList"/>
    <dgm:cxn modelId="{EC06E411-1AA3-4744-8D52-5592FFADAEA6}" type="presOf" srcId="{E4C4FB73-C77E-4394-A8D2-219C75AACB39}" destId="{A96D8769-242E-7F4C-B628-7F112AB3D0BC}" srcOrd="0" destOrd="0" presId="urn:microsoft.com/office/officeart/2008/layout/LinedList"/>
    <dgm:cxn modelId="{F526031E-BF5A-0940-B414-C1B8A06C027B}" type="presOf" srcId="{1CEF65CE-E74F-4347-B058-71A2ADEA4EEE}" destId="{38747F80-4F0A-EB4C-AD04-43F3D50BCE12}" srcOrd="0" destOrd="0" presId="urn:microsoft.com/office/officeart/2008/layout/LinedList"/>
    <dgm:cxn modelId="{BC91502E-AB50-41B1-AAEA-560FCAE116A1}" srcId="{09688636-5156-4DE3-BB4C-C2EF212E9298}" destId="{3E5F0080-C49F-4305-B096-E6C4C6B2097C}" srcOrd="1" destOrd="0" parTransId="{9279D209-3055-4BA7-8ABE-8E76E2CD0BF1}" sibTransId="{D700C26B-502E-4C1A-B515-2BA9DD752F68}"/>
    <dgm:cxn modelId="{AB13F530-8977-FB4A-BEBE-C401A9DA643D}" type="presOf" srcId="{06878056-631D-4FC1-8A46-0DD75A045757}" destId="{95876E24-BE89-B94F-9318-95E814EE4838}" srcOrd="0" destOrd="0" presId="urn:microsoft.com/office/officeart/2008/layout/LinedList"/>
    <dgm:cxn modelId="{E49D3643-DC10-DB4C-961A-13A0DCF544B7}" type="presOf" srcId="{653428EE-996D-4881-A228-438FDFF13ED7}" destId="{EB2B535D-1F09-4840-8030-669A213A91E6}" srcOrd="0" destOrd="0" presId="urn:microsoft.com/office/officeart/2008/layout/LinedList"/>
    <dgm:cxn modelId="{6934FA44-16DA-4223-A6FE-EBB481D6E8C7}" srcId="{09688636-5156-4DE3-BB4C-C2EF212E9298}" destId="{E4C4FB73-C77E-4394-A8D2-219C75AACB39}" srcOrd="6" destOrd="0" parTransId="{1E68843E-38B9-4FEA-86AE-989BF61F93AA}" sibTransId="{6B15FB76-5599-4605-95F6-B6A82542D1AF}"/>
    <dgm:cxn modelId="{FA1FFB7A-B3C8-4250-9BAC-42651995981E}" srcId="{09688636-5156-4DE3-BB4C-C2EF212E9298}" destId="{1CEF65CE-E74F-4347-B058-71A2ADEA4EEE}" srcOrd="9" destOrd="0" parTransId="{1285EBE4-2F63-47AE-BF78-92A839092763}" sibTransId="{7E973034-227B-4ACA-847E-27DFE6703A16}"/>
    <dgm:cxn modelId="{2554FD86-0E20-42E0-8507-6523E705D556}" srcId="{09688636-5156-4DE3-BB4C-C2EF212E9298}" destId="{06878056-631D-4FC1-8A46-0DD75A045757}" srcOrd="7" destOrd="0" parTransId="{F9B64DFE-2918-4263-963B-E92FA3F15EEB}" sibTransId="{F553E534-08A5-4F90-9F37-8A25C19D2321}"/>
    <dgm:cxn modelId="{B43B678D-81AE-4F86-B6C0-266BD2991CF3}" srcId="{09688636-5156-4DE3-BB4C-C2EF212E9298}" destId="{B86D3B07-9588-45B9-A3ED-DABFD8CDE57C}" srcOrd="0" destOrd="0" parTransId="{00597576-DACF-4DD0-9794-E05AC7D822DF}" sibTransId="{49CD0888-5EA3-4D29-A377-E90604767DD7}"/>
    <dgm:cxn modelId="{D1751D91-A3DA-DC41-A638-966F24E5D5E1}" type="presOf" srcId="{CB537202-1F58-4EBA-9DFD-795E28A8F4FF}" destId="{96EA22D1-F63C-564C-8832-901AE4EA8AEC}" srcOrd="0" destOrd="0" presId="urn:microsoft.com/office/officeart/2008/layout/LinedList"/>
    <dgm:cxn modelId="{7AEB6CA6-63FD-481D-8515-C52C683A8411}" srcId="{09688636-5156-4DE3-BB4C-C2EF212E9298}" destId="{CB537202-1F58-4EBA-9DFD-795E28A8F4FF}" srcOrd="3" destOrd="0" parTransId="{6561686C-C5FE-4F64-BA7C-43AFF42E93FD}" sibTransId="{B919EC92-570D-4D6E-91FC-2180A5313AC5}"/>
    <dgm:cxn modelId="{3B6F75AD-5B77-49F3-8C96-67C37CC9E873}" srcId="{09688636-5156-4DE3-BB4C-C2EF212E9298}" destId="{DC401345-D99D-4E87-9C16-07F583F11638}" srcOrd="2" destOrd="0" parTransId="{E6B90A36-4127-480F-B27B-8363DD921F29}" sibTransId="{67B8095F-FDCD-4901-B8F5-B198F71305C7}"/>
    <dgm:cxn modelId="{514491AE-6720-CA48-91BB-A2E1F01343D8}" type="presOf" srcId="{09688636-5156-4DE3-BB4C-C2EF212E9298}" destId="{BF4D03FC-7DE9-D24A-B039-9C142D2C496D}" srcOrd="0" destOrd="0" presId="urn:microsoft.com/office/officeart/2008/layout/LinedList"/>
    <dgm:cxn modelId="{8FAB4DB6-2ECA-2C47-9882-449F135F9A35}" type="presOf" srcId="{CC5466E3-CF80-4133-8025-D7D5E497C83D}" destId="{BF4E07B6-9F60-E148-9FC2-E2B4AE85069E}" srcOrd="0" destOrd="0" presId="urn:microsoft.com/office/officeart/2008/layout/LinedList"/>
    <dgm:cxn modelId="{0781B2C7-5D29-714A-92D6-94C276882794}" type="presOf" srcId="{ED6A5AE4-2403-4BDB-AE3D-D2B21F8F48D9}" destId="{4452E6EB-4EA8-054F-B714-8D63F7B1E766}" srcOrd="0" destOrd="0" presId="urn:microsoft.com/office/officeart/2008/layout/LinedList"/>
    <dgm:cxn modelId="{270376CC-8D37-448B-92A2-EA447BA55FB2}" srcId="{09688636-5156-4DE3-BB4C-C2EF212E9298}" destId="{ED6A5AE4-2403-4BDB-AE3D-D2B21F8F48D9}" srcOrd="5" destOrd="0" parTransId="{94677B51-B804-4198-BF2F-31A91BB626F2}" sibTransId="{ABCA0285-724B-4B40-80DD-D4E3E7BFC16C}"/>
    <dgm:cxn modelId="{935218D4-DA2C-544E-86AA-9316A9D7C597}" type="presOf" srcId="{3E5F0080-C49F-4305-B096-E6C4C6B2097C}" destId="{E80E2349-6D58-CA42-A514-8E62558F0242}" srcOrd="0" destOrd="0" presId="urn:microsoft.com/office/officeart/2008/layout/LinedList"/>
    <dgm:cxn modelId="{D15BF6E1-463C-4BD0-94AD-FA36B6EF5840}" srcId="{09688636-5156-4DE3-BB4C-C2EF212E9298}" destId="{CC5466E3-CF80-4133-8025-D7D5E497C83D}" srcOrd="4" destOrd="0" parTransId="{794755A9-7DEF-47E9-B545-DF3905AD0A62}" sibTransId="{61B0AEF8-45F1-458B-A62F-D3D1C80971BB}"/>
    <dgm:cxn modelId="{E19689EF-C162-4D14-80DC-CDE699A1D47F}" srcId="{09688636-5156-4DE3-BB4C-C2EF212E9298}" destId="{653428EE-996D-4881-A228-438FDFF13ED7}" srcOrd="8" destOrd="0" parTransId="{34846BDF-CFF4-4E92-A3CE-EE0C3B323C18}" sibTransId="{F59B33D0-09EC-4229-AD54-6D5EDECBDA3F}"/>
    <dgm:cxn modelId="{20A974A9-435D-1D4C-930E-715E2FB2D079}" type="presParOf" srcId="{BF4D03FC-7DE9-D24A-B039-9C142D2C496D}" destId="{132BA9E1-5213-7146-9456-B003F224ED64}" srcOrd="0" destOrd="0" presId="urn:microsoft.com/office/officeart/2008/layout/LinedList"/>
    <dgm:cxn modelId="{1A217B77-18D6-6A4D-956E-3E082A609137}" type="presParOf" srcId="{BF4D03FC-7DE9-D24A-B039-9C142D2C496D}" destId="{D890D46C-1038-484A-9854-662994D13AFB}" srcOrd="1" destOrd="0" presId="urn:microsoft.com/office/officeart/2008/layout/LinedList"/>
    <dgm:cxn modelId="{9469C26A-B2A2-7446-BE9F-46068B69A2F2}" type="presParOf" srcId="{D890D46C-1038-484A-9854-662994D13AFB}" destId="{88A933C2-CDD0-1B4B-9C8A-7ED7B633D59A}" srcOrd="0" destOrd="0" presId="urn:microsoft.com/office/officeart/2008/layout/LinedList"/>
    <dgm:cxn modelId="{22C4DCF1-F361-A242-92A0-5A7436EE7C5D}" type="presParOf" srcId="{D890D46C-1038-484A-9854-662994D13AFB}" destId="{F0406089-87B8-1146-8EF9-8BC2B316A198}" srcOrd="1" destOrd="0" presId="urn:microsoft.com/office/officeart/2008/layout/LinedList"/>
    <dgm:cxn modelId="{030BC002-8982-D64B-8665-EC7B8AB3F259}" type="presParOf" srcId="{BF4D03FC-7DE9-D24A-B039-9C142D2C496D}" destId="{7076F36D-6BB6-9D4E-9383-C2C793EE555D}" srcOrd="2" destOrd="0" presId="urn:microsoft.com/office/officeart/2008/layout/LinedList"/>
    <dgm:cxn modelId="{A357E5CD-367E-E844-9D07-00AF5762D883}" type="presParOf" srcId="{BF4D03FC-7DE9-D24A-B039-9C142D2C496D}" destId="{E27AF7F8-39B2-2E4F-926B-951DE78172B5}" srcOrd="3" destOrd="0" presId="urn:microsoft.com/office/officeart/2008/layout/LinedList"/>
    <dgm:cxn modelId="{B401DBF4-4203-5848-80C3-7C7D99C87977}" type="presParOf" srcId="{E27AF7F8-39B2-2E4F-926B-951DE78172B5}" destId="{E80E2349-6D58-CA42-A514-8E62558F0242}" srcOrd="0" destOrd="0" presId="urn:microsoft.com/office/officeart/2008/layout/LinedList"/>
    <dgm:cxn modelId="{87524475-3819-6541-99EB-3F72A79C64A6}" type="presParOf" srcId="{E27AF7F8-39B2-2E4F-926B-951DE78172B5}" destId="{47D094AB-F7D5-CB40-BED7-683E286A6095}" srcOrd="1" destOrd="0" presId="urn:microsoft.com/office/officeart/2008/layout/LinedList"/>
    <dgm:cxn modelId="{4477DF80-2958-8740-B533-6A83A4AEFD3B}" type="presParOf" srcId="{BF4D03FC-7DE9-D24A-B039-9C142D2C496D}" destId="{6EB2FD41-2863-2C48-89F3-8AC14CD5F97D}" srcOrd="4" destOrd="0" presId="urn:microsoft.com/office/officeart/2008/layout/LinedList"/>
    <dgm:cxn modelId="{18EDC141-D932-4444-8708-9F12FE0FA456}" type="presParOf" srcId="{BF4D03FC-7DE9-D24A-B039-9C142D2C496D}" destId="{F965914B-6FBA-494C-BE08-E76138794E03}" srcOrd="5" destOrd="0" presId="urn:microsoft.com/office/officeart/2008/layout/LinedList"/>
    <dgm:cxn modelId="{301B33EC-0089-4145-A304-8FB0A4268B5B}" type="presParOf" srcId="{F965914B-6FBA-494C-BE08-E76138794E03}" destId="{631583E0-5A22-B34F-9C36-B86C76B2B40E}" srcOrd="0" destOrd="0" presId="urn:microsoft.com/office/officeart/2008/layout/LinedList"/>
    <dgm:cxn modelId="{845D2AC5-58E2-5743-9B82-23F29A98173A}" type="presParOf" srcId="{F965914B-6FBA-494C-BE08-E76138794E03}" destId="{818D61AB-84B7-654D-BF4E-253AA9E8EA86}" srcOrd="1" destOrd="0" presId="urn:microsoft.com/office/officeart/2008/layout/LinedList"/>
    <dgm:cxn modelId="{A360AAA3-9DE1-5646-A2D0-5ADB0F4FB7FE}" type="presParOf" srcId="{BF4D03FC-7DE9-D24A-B039-9C142D2C496D}" destId="{CF5A6664-26FF-4346-B2CC-5AE9D5F935E6}" srcOrd="6" destOrd="0" presId="urn:microsoft.com/office/officeart/2008/layout/LinedList"/>
    <dgm:cxn modelId="{5455DE2A-CC4C-C84B-AB21-397EF2F07C9F}" type="presParOf" srcId="{BF4D03FC-7DE9-D24A-B039-9C142D2C496D}" destId="{5373D2D6-54F5-5E47-920E-33022E8FDE1D}" srcOrd="7" destOrd="0" presId="urn:microsoft.com/office/officeart/2008/layout/LinedList"/>
    <dgm:cxn modelId="{90D48838-2FC9-3E42-B87E-33E99B061666}" type="presParOf" srcId="{5373D2D6-54F5-5E47-920E-33022E8FDE1D}" destId="{96EA22D1-F63C-564C-8832-901AE4EA8AEC}" srcOrd="0" destOrd="0" presId="urn:microsoft.com/office/officeart/2008/layout/LinedList"/>
    <dgm:cxn modelId="{511DB7EA-CC14-0B47-B08D-775A81C4FE14}" type="presParOf" srcId="{5373D2D6-54F5-5E47-920E-33022E8FDE1D}" destId="{A4D0F538-3860-F34E-80CE-DA99D90D5712}" srcOrd="1" destOrd="0" presId="urn:microsoft.com/office/officeart/2008/layout/LinedList"/>
    <dgm:cxn modelId="{0011BEF5-A156-E140-BDFB-6029BB02E3A9}" type="presParOf" srcId="{BF4D03FC-7DE9-D24A-B039-9C142D2C496D}" destId="{99675D4B-0EFB-A04B-BCD2-7D86ECCF47BC}" srcOrd="8" destOrd="0" presId="urn:microsoft.com/office/officeart/2008/layout/LinedList"/>
    <dgm:cxn modelId="{2DC37C81-290D-DF44-ABD0-357A741150A4}" type="presParOf" srcId="{BF4D03FC-7DE9-D24A-B039-9C142D2C496D}" destId="{AA513CB6-7803-EE4B-A450-4EAF1E73FA63}" srcOrd="9" destOrd="0" presId="urn:microsoft.com/office/officeart/2008/layout/LinedList"/>
    <dgm:cxn modelId="{1663E99E-6A4E-1F4A-ABBA-AC9F93473971}" type="presParOf" srcId="{AA513CB6-7803-EE4B-A450-4EAF1E73FA63}" destId="{BF4E07B6-9F60-E148-9FC2-E2B4AE85069E}" srcOrd="0" destOrd="0" presId="urn:microsoft.com/office/officeart/2008/layout/LinedList"/>
    <dgm:cxn modelId="{B1D65D99-6456-5442-956F-4EBB71528272}" type="presParOf" srcId="{AA513CB6-7803-EE4B-A450-4EAF1E73FA63}" destId="{13DCABA8-6048-3142-895C-3C430353943B}" srcOrd="1" destOrd="0" presId="urn:microsoft.com/office/officeart/2008/layout/LinedList"/>
    <dgm:cxn modelId="{C81A94C9-4F17-8F4B-9F2C-49505F73E075}" type="presParOf" srcId="{BF4D03FC-7DE9-D24A-B039-9C142D2C496D}" destId="{06445194-F2A8-2A41-8610-461DC82ADDAE}" srcOrd="10" destOrd="0" presId="urn:microsoft.com/office/officeart/2008/layout/LinedList"/>
    <dgm:cxn modelId="{1ED40B0A-4F22-2A48-BA81-DAC8AA8E9BDB}" type="presParOf" srcId="{BF4D03FC-7DE9-D24A-B039-9C142D2C496D}" destId="{F138D4C0-E003-C24D-969C-22E3CBC4B5E0}" srcOrd="11" destOrd="0" presId="urn:microsoft.com/office/officeart/2008/layout/LinedList"/>
    <dgm:cxn modelId="{11EE2006-B428-5C41-891B-682C919592AD}" type="presParOf" srcId="{F138D4C0-E003-C24D-969C-22E3CBC4B5E0}" destId="{4452E6EB-4EA8-054F-B714-8D63F7B1E766}" srcOrd="0" destOrd="0" presId="urn:microsoft.com/office/officeart/2008/layout/LinedList"/>
    <dgm:cxn modelId="{7B00F51A-AA18-284F-8061-A51E2C947E88}" type="presParOf" srcId="{F138D4C0-E003-C24D-969C-22E3CBC4B5E0}" destId="{DEF58EA3-803F-C14E-845C-770845E0F49B}" srcOrd="1" destOrd="0" presId="urn:microsoft.com/office/officeart/2008/layout/LinedList"/>
    <dgm:cxn modelId="{F836B4AD-00F5-A64F-AC6E-3B06636F1CE9}" type="presParOf" srcId="{BF4D03FC-7DE9-D24A-B039-9C142D2C496D}" destId="{9815850E-4DEB-0E49-ABB3-047CC437824D}" srcOrd="12" destOrd="0" presId="urn:microsoft.com/office/officeart/2008/layout/LinedList"/>
    <dgm:cxn modelId="{BA9B2E2C-EE41-214C-B031-EC23CCF7C878}" type="presParOf" srcId="{BF4D03FC-7DE9-D24A-B039-9C142D2C496D}" destId="{414635DD-0987-944C-A174-3D0246140DC2}" srcOrd="13" destOrd="0" presId="urn:microsoft.com/office/officeart/2008/layout/LinedList"/>
    <dgm:cxn modelId="{3C1EC2E4-3492-B444-8770-21D26D62CDFD}" type="presParOf" srcId="{414635DD-0987-944C-A174-3D0246140DC2}" destId="{A96D8769-242E-7F4C-B628-7F112AB3D0BC}" srcOrd="0" destOrd="0" presId="urn:microsoft.com/office/officeart/2008/layout/LinedList"/>
    <dgm:cxn modelId="{227D1337-501F-7B46-94F7-7230559CF66A}" type="presParOf" srcId="{414635DD-0987-944C-A174-3D0246140DC2}" destId="{21587938-1648-D749-BA30-3B0A6B762F7F}" srcOrd="1" destOrd="0" presId="urn:microsoft.com/office/officeart/2008/layout/LinedList"/>
    <dgm:cxn modelId="{C73EDDF5-7922-6440-9489-C9FA908E9352}" type="presParOf" srcId="{BF4D03FC-7DE9-D24A-B039-9C142D2C496D}" destId="{0B0B2C87-C6AB-2042-805B-1444E68358F2}" srcOrd="14" destOrd="0" presId="urn:microsoft.com/office/officeart/2008/layout/LinedList"/>
    <dgm:cxn modelId="{033F1425-2CEA-284E-AAB6-7E4BA42C1942}" type="presParOf" srcId="{BF4D03FC-7DE9-D24A-B039-9C142D2C496D}" destId="{0621ACE3-50D3-544F-B0A0-D21ED325D3F6}" srcOrd="15" destOrd="0" presId="urn:microsoft.com/office/officeart/2008/layout/LinedList"/>
    <dgm:cxn modelId="{93BBB386-1F2F-B642-9569-2C8F6465D354}" type="presParOf" srcId="{0621ACE3-50D3-544F-B0A0-D21ED325D3F6}" destId="{95876E24-BE89-B94F-9318-95E814EE4838}" srcOrd="0" destOrd="0" presId="urn:microsoft.com/office/officeart/2008/layout/LinedList"/>
    <dgm:cxn modelId="{05E47DC2-7A7F-6445-A844-A93F402884B0}" type="presParOf" srcId="{0621ACE3-50D3-544F-B0A0-D21ED325D3F6}" destId="{E9766974-5983-724A-AB15-AAD3AE20F6AA}" srcOrd="1" destOrd="0" presId="urn:microsoft.com/office/officeart/2008/layout/LinedList"/>
    <dgm:cxn modelId="{5CDB2D65-D419-DE47-BF19-1DA6FD512B7D}" type="presParOf" srcId="{BF4D03FC-7DE9-D24A-B039-9C142D2C496D}" destId="{7799F699-7A2E-5547-89AB-B64220ECBC3E}" srcOrd="16" destOrd="0" presId="urn:microsoft.com/office/officeart/2008/layout/LinedList"/>
    <dgm:cxn modelId="{67305A5E-A9D1-E143-8911-416B3F2D266A}" type="presParOf" srcId="{BF4D03FC-7DE9-D24A-B039-9C142D2C496D}" destId="{5DC6C0E9-3784-9644-87E5-EBA8DA18B05E}" srcOrd="17" destOrd="0" presId="urn:microsoft.com/office/officeart/2008/layout/LinedList"/>
    <dgm:cxn modelId="{A67D2DE4-31B0-1F4D-838E-33A84D136152}" type="presParOf" srcId="{5DC6C0E9-3784-9644-87E5-EBA8DA18B05E}" destId="{EB2B535D-1F09-4840-8030-669A213A91E6}" srcOrd="0" destOrd="0" presId="urn:microsoft.com/office/officeart/2008/layout/LinedList"/>
    <dgm:cxn modelId="{93572D02-B422-5447-9FB2-44C2721C73FC}" type="presParOf" srcId="{5DC6C0E9-3784-9644-87E5-EBA8DA18B05E}" destId="{FC12FC3C-99A4-C74B-857C-E5579A8C9E40}" srcOrd="1" destOrd="0" presId="urn:microsoft.com/office/officeart/2008/layout/LinedList"/>
    <dgm:cxn modelId="{57788583-7A19-F94B-BE26-8012AA9F990E}" type="presParOf" srcId="{BF4D03FC-7DE9-D24A-B039-9C142D2C496D}" destId="{AF407B71-1BE9-1443-B22E-3B6BCE1180A6}" srcOrd="18" destOrd="0" presId="urn:microsoft.com/office/officeart/2008/layout/LinedList"/>
    <dgm:cxn modelId="{A0FC025E-6B90-7C44-AF5B-5CC996E96619}" type="presParOf" srcId="{BF4D03FC-7DE9-D24A-B039-9C142D2C496D}" destId="{24779834-5926-AB4D-BBA3-A62F733B7FFD}" srcOrd="19" destOrd="0" presId="urn:microsoft.com/office/officeart/2008/layout/LinedList"/>
    <dgm:cxn modelId="{44AEF866-76D5-0A4D-9B8A-1316F5E4B8D6}" type="presParOf" srcId="{24779834-5926-AB4D-BBA3-A62F733B7FFD}" destId="{38747F80-4F0A-EB4C-AD04-43F3D50BCE12}" srcOrd="0" destOrd="0" presId="urn:microsoft.com/office/officeart/2008/layout/LinedList"/>
    <dgm:cxn modelId="{2B9B7106-B20F-C24B-B1B0-E0E1A80951D2}" type="presParOf" srcId="{24779834-5926-AB4D-BBA3-A62F733B7FFD}" destId="{0DEF55F6-ADDB-C348-8808-7ED8070C759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1313C7-E4F9-4DDE-9BF2-A9CD42E1AD4B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4E35F2C-BED4-4408-B1B9-C2D64971B68D}">
      <dgm:prSet/>
      <dgm:spPr/>
      <dgm:t>
        <a:bodyPr/>
        <a:lstStyle/>
        <a:p>
          <a:r>
            <a:rPr lang="en-US" b="0" i="0" baseline="0"/>
            <a:t>The website follows a clear and logical structure</a:t>
          </a:r>
          <a:endParaRPr lang="en-US"/>
        </a:p>
      </dgm:t>
    </dgm:pt>
    <dgm:pt modelId="{FAB55274-B23B-49A1-9E7D-B3613DDDF89E}" type="parTrans" cxnId="{798D54DE-9E1A-49AB-A260-F0C356FA865D}">
      <dgm:prSet/>
      <dgm:spPr/>
      <dgm:t>
        <a:bodyPr/>
        <a:lstStyle/>
        <a:p>
          <a:endParaRPr lang="en-US"/>
        </a:p>
      </dgm:t>
    </dgm:pt>
    <dgm:pt modelId="{76DBE79A-F4A3-4C9D-B5EB-87F93B70A05C}" type="sibTrans" cxnId="{798D54DE-9E1A-49AB-A260-F0C356FA865D}">
      <dgm:prSet/>
      <dgm:spPr/>
      <dgm:t>
        <a:bodyPr/>
        <a:lstStyle/>
        <a:p>
          <a:endParaRPr lang="en-US"/>
        </a:p>
      </dgm:t>
    </dgm:pt>
    <dgm:pt modelId="{48DCB8EB-BA45-40FC-B637-49DA631151AD}">
      <dgm:prSet/>
      <dgm:spPr/>
      <dgm:t>
        <a:bodyPr/>
        <a:lstStyle/>
        <a:p>
          <a:r>
            <a:rPr lang="en-US" b="0" i="0" baseline="0"/>
            <a:t>Main sections include Home, About, Skills, Projects, and Contact</a:t>
          </a:r>
          <a:endParaRPr lang="en-US"/>
        </a:p>
      </dgm:t>
    </dgm:pt>
    <dgm:pt modelId="{913B3511-BBFA-4AA0-AEE9-C2DA8F95E291}" type="parTrans" cxnId="{6A633697-03C9-4945-8B0C-6ADE3C329A22}">
      <dgm:prSet/>
      <dgm:spPr/>
      <dgm:t>
        <a:bodyPr/>
        <a:lstStyle/>
        <a:p>
          <a:endParaRPr lang="en-US"/>
        </a:p>
      </dgm:t>
    </dgm:pt>
    <dgm:pt modelId="{EC1B33B9-A03D-49D7-B55F-51A09CBCB249}" type="sibTrans" cxnId="{6A633697-03C9-4945-8B0C-6ADE3C329A22}">
      <dgm:prSet/>
      <dgm:spPr/>
      <dgm:t>
        <a:bodyPr/>
        <a:lstStyle/>
        <a:p>
          <a:endParaRPr lang="en-US"/>
        </a:p>
      </dgm:t>
    </dgm:pt>
    <dgm:pt modelId="{0A8941D3-E1D8-41FC-9BF9-38FA03FC8A9D}">
      <dgm:prSet/>
      <dgm:spPr/>
      <dgm:t>
        <a:bodyPr/>
        <a:lstStyle/>
        <a:p>
          <a:r>
            <a:rPr lang="en-US" b="0" i="0" baseline="0"/>
            <a:t>Navigation menu is placed at the top of the page</a:t>
          </a:r>
          <a:endParaRPr lang="en-US"/>
        </a:p>
      </dgm:t>
    </dgm:pt>
    <dgm:pt modelId="{E18B350A-CB5E-410E-8034-15D6E446AA40}" type="parTrans" cxnId="{9BBC1DFF-9FF1-4434-886C-AF4B797F2BBA}">
      <dgm:prSet/>
      <dgm:spPr/>
      <dgm:t>
        <a:bodyPr/>
        <a:lstStyle/>
        <a:p>
          <a:endParaRPr lang="en-US"/>
        </a:p>
      </dgm:t>
    </dgm:pt>
    <dgm:pt modelId="{9433B1A2-E518-435D-8DC9-67516BF2B251}" type="sibTrans" cxnId="{9BBC1DFF-9FF1-4434-886C-AF4B797F2BBA}">
      <dgm:prSet/>
      <dgm:spPr/>
      <dgm:t>
        <a:bodyPr/>
        <a:lstStyle/>
        <a:p>
          <a:endParaRPr lang="en-US"/>
        </a:p>
      </dgm:t>
    </dgm:pt>
    <dgm:pt modelId="{85A644B5-80A6-469D-92A6-8703C14F1326}">
      <dgm:prSet/>
      <dgm:spPr/>
      <dgm:t>
        <a:bodyPr/>
        <a:lstStyle/>
        <a:p>
          <a:r>
            <a:rPr lang="en-US" b="0" i="0" baseline="0"/>
            <a:t>Anchor links allow smooth movement between sections</a:t>
          </a:r>
          <a:endParaRPr lang="en-US"/>
        </a:p>
      </dgm:t>
    </dgm:pt>
    <dgm:pt modelId="{B5B7F4E4-A1B3-4D58-848F-F45A837BAB51}" type="parTrans" cxnId="{B31B3935-E8A2-4249-B771-241AC96EC8E5}">
      <dgm:prSet/>
      <dgm:spPr/>
      <dgm:t>
        <a:bodyPr/>
        <a:lstStyle/>
        <a:p>
          <a:endParaRPr lang="en-US"/>
        </a:p>
      </dgm:t>
    </dgm:pt>
    <dgm:pt modelId="{CEEEE817-CA64-4A9C-A04D-953E952EC4C9}" type="sibTrans" cxnId="{B31B3935-E8A2-4249-B771-241AC96EC8E5}">
      <dgm:prSet/>
      <dgm:spPr/>
      <dgm:t>
        <a:bodyPr/>
        <a:lstStyle/>
        <a:p>
          <a:endParaRPr lang="en-US"/>
        </a:p>
      </dgm:t>
    </dgm:pt>
    <dgm:pt modelId="{2DB55178-1A82-4726-85DC-DAF87ED5E89E}">
      <dgm:prSet/>
      <dgm:spPr/>
      <dgm:t>
        <a:bodyPr/>
        <a:lstStyle/>
        <a:p>
          <a:r>
            <a:rPr lang="en-US" b="0" i="0" baseline="0"/>
            <a:t>Single-page layout reduces complexity</a:t>
          </a:r>
          <a:endParaRPr lang="en-US"/>
        </a:p>
      </dgm:t>
    </dgm:pt>
    <dgm:pt modelId="{1A231E97-A6A0-4B1C-86D1-9683017A9288}" type="parTrans" cxnId="{9B2557D8-2F4B-4691-924B-94F650B955D4}">
      <dgm:prSet/>
      <dgm:spPr/>
      <dgm:t>
        <a:bodyPr/>
        <a:lstStyle/>
        <a:p>
          <a:endParaRPr lang="en-US"/>
        </a:p>
      </dgm:t>
    </dgm:pt>
    <dgm:pt modelId="{70D9184F-3CA8-4C3B-B385-2146F8814B4E}" type="sibTrans" cxnId="{9B2557D8-2F4B-4691-924B-94F650B955D4}">
      <dgm:prSet/>
      <dgm:spPr/>
      <dgm:t>
        <a:bodyPr/>
        <a:lstStyle/>
        <a:p>
          <a:endParaRPr lang="en-US"/>
        </a:p>
      </dgm:t>
    </dgm:pt>
    <dgm:pt modelId="{0AC62D1C-8979-45EA-AADA-7C36998E7ED4}">
      <dgm:prSet/>
      <dgm:spPr/>
      <dgm:t>
        <a:bodyPr/>
        <a:lstStyle/>
        <a:p>
          <a:r>
            <a:rPr lang="en-US" b="0" i="0" baseline="0"/>
            <a:t>Users can easily find relevant information</a:t>
          </a:r>
          <a:endParaRPr lang="en-US"/>
        </a:p>
      </dgm:t>
    </dgm:pt>
    <dgm:pt modelId="{279BCDEC-FAA8-4394-8541-6A54C4166E8A}" type="parTrans" cxnId="{651EF2F0-45C8-499D-B203-F8A592CACAAE}">
      <dgm:prSet/>
      <dgm:spPr/>
      <dgm:t>
        <a:bodyPr/>
        <a:lstStyle/>
        <a:p>
          <a:endParaRPr lang="en-US"/>
        </a:p>
      </dgm:t>
    </dgm:pt>
    <dgm:pt modelId="{F546C781-76FC-4281-B5ED-0956733DCDE6}" type="sibTrans" cxnId="{651EF2F0-45C8-499D-B203-F8A592CACAAE}">
      <dgm:prSet/>
      <dgm:spPr/>
      <dgm:t>
        <a:bodyPr/>
        <a:lstStyle/>
        <a:p>
          <a:endParaRPr lang="en-US"/>
        </a:p>
      </dgm:t>
    </dgm:pt>
    <dgm:pt modelId="{DCBB99B0-6AB9-433F-89AC-AFA95214EAE1}">
      <dgm:prSet/>
      <dgm:spPr/>
      <dgm:t>
        <a:bodyPr/>
        <a:lstStyle/>
        <a:p>
          <a:r>
            <a:rPr lang="en-US" b="0" i="0" baseline="0"/>
            <a:t>Consistent layout is maintained across sections</a:t>
          </a:r>
          <a:endParaRPr lang="en-US"/>
        </a:p>
      </dgm:t>
    </dgm:pt>
    <dgm:pt modelId="{9324B1A8-CFE9-44E0-9A1C-7B74E0E75D53}" type="parTrans" cxnId="{B9BFD085-9D1E-41FF-A6C7-010C606E8AF3}">
      <dgm:prSet/>
      <dgm:spPr/>
      <dgm:t>
        <a:bodyPr/>
        <a:lstStyle/>
        <a:p>
          <a:endParaRPr lang="en-US"/>
        </a:p>
      </dgm:t>
    </dgm:pt>
    <dgm:pt modelId="{9B703EFD-554C-484E-B359-A2F7C7CA1F43}" type="sibTrans" cxnId="{B9BFD085-9D1E-41FF-A6C7-010C606E8AF3}">
      <dgm:prSet/>
      <dgm:spPr/>
      <dgm:t>
        <a:bodyPr/>
        <a:lstStyle/>
        <a:p>
          <a:endParaRPr lang="en-US"/>
        </a:p>
      </dgm:t>
    </dgm:pt>
    <dgm:pt modelId="{C9167E35-19D1-412E-AB73-860DD978717C}">
      <dgm:prSet/>
      <dgm:spPr/>
      <dgm:t>
        <a:bodyPr/>
        <a:lstStyle/>
        <a:p>
          <a:r>
            <a:rPr lang="en-US" b="0" i="0" baseline="0"/>
            <a:t>Headings guide users through content</a:t>
          </a:r>
          <a:endParaRPr lang="en-US"/>
        </a:p>
      </dgm:t>
    </dgm:pt>
    <dgm:pt modelId="{4E12A787-55D3-40A3-BD64-B43E84FD98E0}" type="parTrans" cxnId="{C9A803EE-61C3-4D47-AC12-C5BDA18C9B79}">
      <dgm:prSet/>
      <dgm:spPr/>
      <dgm:t>
        <a:bodyPr/>
        <a:lstStyle/>
        <a:p>
          <a:endParaRPr lang="en-US"/>
        </a:p>
      </dgm:t>
    </dgm:pt>
    <dgm:pt modelId="{B1FBA492-9929-421C-A3A7-607F7883B3D1}" type="sibTrans" cxnId="{C9A803EE-61C3-4D47-AC12-C5BDA18C9B79}">
      <dgm:prSet/>
      <dgm:spPr/>
      <dgm:t>
        <a:bodyPr/>
        <a:lstStyle/>
        <a:p>
          <a:endParaRPr lang="en-US"/>
        </a:p>
      </dgm:t>
    </dgm:pt>
    <dgm:pt modelId="{7D2091F3-4EF2-4129-A8A4-4D893874DE2B}">
      <dgm:prSet/>
      <dgm:spPr/>
      <dgm:t>
        <a:bodyPr/>
        <a:lstStyle/>
        <a:p>
          <a:r>
            <a:rPr lang="en-US" b="0" i="0" baseline="0"/>
            <a:t>Navigation improves usability and accessibility</a:t>
          </a:r>
          <a:endParaRPr lang="en-US"/>
        </a:p>
      </dgm:t>
    </dgm:pt>
    <dgm:pt modelId="{0D28E1AD-1E63-4BD0-8097-9E06A4C133B2}" type="parTrans" cxnId="{2E4D206E-4747-47E0-84AC-D9233AD2DBFA}">
      <dgm:prSet/>
      <dgm:spPr/>
      <dgm:t>
        <a:bodyPr/>
        <a:lstStyle/>
        <a:p>
          <a:endParaRPr lang="en-US"/>
        </a:p>
      </dgm:t>
    </dgm:pt>
    <dgm:pt modelId="{E5E28213-96B0-4B88-ABAA-9305CEE6A70A}" type="sibTrans" cxnId="{2E4D206E-4747-47E0-84AC-D9233AD2DBFA}">
      <dgm:prSet/>
      <dgm:spPr/>
      <dgm:t>
        <a:bodyPr/>
        <a:lstStyle/>
        <a:p>
          <a:endParaRPr lang="en-US"/>
        </a:p>
      </dgm:t>
    </dgm:pt>
    <dgm:pt modelId="{6C3567AE-0641-4144-AABF-94259E0C787F}">
      <dgm:prSet/>
      <dgm:spPr/>
      <dgm:t>
        <a:bodyPr/>
        <a:lstStyle/>
        <a:p>
          <a:r>
            <a:rPr lang="en-US" b="0" i="0" baseline="0"/>
            <a:t>The structure supports both academic and professional review</a:t>
          </a:r>
          <a:endParaRPr lang="en-US"/>
        </a:p>
      </dgm:t>
    </dgm:pt>
    <dgm:pt modelId="{4E6C55FE-BAF0-4B82-8A11-549C8335F43C}" type="parTrans" cxnId="{ED072DF6-8019-4E37-9655-3C6F66FB31F5}">
      <dgm:prSet/>
      <dgm:spPr/>
      <dgm:t>
        <a:bodyPr/>
        <a:lstStyle/>
        <a:p>
          <a:endParaRPr lang="en-US"/>
        </a:p>
      </dgm:t>
    </dgm:pt>
    <dgm:pt modelId="{B6681FD0-1116-4AF9-B43A-EEB0470161DD}" type="sibTrans" cxnId="{ED072DF6-8019-4E37-9655-3C6F66FB31F5}">
      <dgm:prSet/>
      <dgm:spPr/>
      <dgm:t>
        <a:bodyPr/>
        <a:lstStyle/>
        <a:p>
          <a:endParaRPr lang="en-US"/>
        </a:p>
      </dgm:t>
    </dgm:pt>
    <dgm:pt modelId="{BF628472-71E4-2949-9F46-1D3AFE89F3AF}" type="pres">
      <dgm:prSet presAssocID="{401313C7-E4F9-4DDE-9BF2-A9CD42E1AD4B}" presName="vert0" presStyleCnt="0">
        <dgm:presLayoutVars>
          <dgm:dir/>
          <dgm:animOne val="branch"/>
          <dgm:animLvl val="lvl"/>
        </dgm:presLayoutVars>
      </dgm:prSet>
      <dgm:spPr/>
    </dgm:pt>
    <dgm:pt modelId="{C48D92CB-8F9D-3E4C-8DCF-1D1635605569}" type="pres">
      <dgm:prSet presAssocID="{F4E35F2C-BED4-4408-B1B9-C2D64971B68D}" presName="thickLine" presStyleLbl="alignNode1" presStyleIdx="0" presStyleCnt="10"/>
      <dgm:spPr/>
    </dgm:pt>
    <dgm:pt modelId="{4C01486D-2570-EF43-8E0A-F751B5BE0E36}" type="pres">
      <dgm:prSet presAssocID="{F4E35F2C-BED4-4408-B1B9-C2D64971B68D}" presName="horz1" presStyleCnt="0"/>
      <dgm:spPr/>
    </dgm:pt>
    <dgm:pt modelId="{563DAC28-D7F9-F246-BE64-F11040C53B70}" type="pres">
      <dgm:prSet presAssocID="{F4E35F2C-BED4-4408-B1B9-C2D64971B68D}" presName="tx1" presStyleLbl="revTx" presStyleIdx="0" presStyleCnt="10"/>
      <dgm:spPr/>
    </dgm:pt>
    <dgm:pt modelId="{6867BCF9-8F61-A24D-9FD0-487031A0215C}" type="pres">
      <dgm:prSet presAssocID="{F4E35F2C-BED4-4408-B1B9-C2D64971B68D}" presName="vert1" presStyleCnt="0"/>
      <dgm:spPr/>
    </dgm:pt>
    <dgm:pt modelId="{D30E7FFE-325E-C748-AFE9-EE6439ABF4AC}" type="pres">
      <dgm:prSet presAssocID="{48DCB8EB-BA45-40FC-B637-49DA631151AD}" presName="thickLine" presStyleLbl="alignNode1" presStyleIdx="1" presStyleCnt="10"/>
      <dgm:spPr/>
    </dgm:pt>
    <dgm:pt modelId="{E3B96B87-9BEE-744E-8618-694D714DCC1A}" type="pres">
      <dgm:prSet presAssocID="{48DCB8EB-BA45-40FC-B637-49DA631151AD}" presName="horz1" presStyleCnt="0"/>
      <dgm:spPr/>
    </dgm:pt>
    <dgm:pt modelId="{D7500767-A8DC-1D45-864A-E6D30612025F}" type="pres">
      <dgm:prSet presAssocID="{48DCB8EB-BA45-40FC-B637-49DA631151AD}" presName="tx1" presStyleLbl="revTx" presStyleIdx="1" presStyleCnt="10"/>
      <dgm:spPr/>
    </dgm:pt>
    <dgm:pt modelId="{D784DEA3-4AC4-8345-B09A-E0FF18E9A215}" type="pres">
      <dgm:prSet presAssocID="{48DCB8EB-BA45-40FC-B637-49DA631151AD}" presName="vert1" presStyleCnt="0"/>
      <dgm:spPr/>
    </dgm:pt>
    <dgm:pt modelId="{712FE300-31C7-BC40-A51A-53FBC57CB36B}" type="pres">
      <dgm:prSet presAssocID="{0A8941D3-E1D8-41FC-9BF9-38FA03FC8A9D}" presName="thickLine" presStyleLbl="alignNode1" presStyleIdx="2" presStyleCnt="10"/>
      <dgm:spPr/>
    </dgm:pt>
    <dgm:pt modelId="{1C480C3F-BB72-604B-985D-42802DA35B1C}" type="pres">
      <dgm:prSet presAssocID="{0A8941D3-E1D8-41FC-9BF9-38FA03FC8A9D}" presName="horz1" presStyleCnt="0"/>
      <dgm:spPr/>
    </dgm:pt>
    <dgm:pt modelId="{42515A3E-8408-FF40-87F9-6A079D1C6550}" type="pres">
      <dgm:prSet presAssocID="{0A8941D3-E1D8-41FC-9BF9-38FA03FC8A9D}" presName="tx1" presStyleLbl="revTx" presStyleIdx="2" presStyleCnt="10"/>
      <dgm:spPr/>
    </dgm:pt>
    <dgm:pt modelId="{C2485EFF-35B2-7548-A394-10CF917220F5}" type="pres">
      <dgm:prSet presAssocID="{0A8941D3-E1D8-41FC-9BF9-38FA03FC8A9D}" presName="vert1" presStyleCnt="0"/>
      <dgm:spPr/>
    </dgm:pt>
    <dgm:pt modelId="{19FAE761-B90D-6F4F-8566-CA7A504D472B}" type="pres">
      <dgm:prSet presAssocID="{85A644B5-80A6-469D-92A6-8703C14F1326}" presName="thickLine" presStyleLbl="alignNode1" presStyleIdx="3" presStyleCnt="10"/>
      <dgm:spPr/>
    </dgm:pt>
    <dgm:pt modelId="{024D4C4F-4FF2-7849-8156-62F2CEBF8CAC}" type="pres">
      <dgm:prSet presAssocID="{85A644B5-80A6-469D-92A6-8703C14F1326}" presName="horz1" presStyleCnt="0"/>
      <dgm:spPr/>
    </dgm:pt>
    <dgm:pt modelId="{C664B213-EA58-A448-BC6A-241C054FD17F}" type="pres">
      <dgm:prSet presAssocID="{85A644B5-80A6-469D-92A6-8703C14F1326}" presName="tx1" presStyleLbl="revTx" presStyleIdx="3" presStyleCnt="10"/>
      <dgm:spPr/>
    </dgm:pt>
    <dgm:pt modelId="{AAC8B2B7-BFD6-704F-8DEC-8D295A50BAA5}" type="pres">
      <dgm:prSet presAssocID="{85A644B5-80A6-469D-92A6-8703C14F1326}" presName="vert1" presStyleCnt="0"/>
      <dgm:spPr/>
    </dgm:pt>
    <dgm:pt modelId="{A5E76A29-AFD9-2A43-B1D2-7A7B69A6D2A6}" type="pres">
      <dgm:prSet presAssocID="{2DB55178-1A82-4726-85DC-DAF87ED5E89E}" presName="thickLine" presStyleLbl="alignNode1" presStyleIdx="4" presStyleCnt="10"/>
      <dgm:spPr/>
    </dgm:pt>
    <dgm:pt modelId="{535B97CA-4567-EA4E-8EF3-EB41B45C1021}" type="pres">
      <dgm:prSet presAssocID="{2DB55178-1A82-4726-85DC-DAF87ED5E89E}" presName="horz1" presStyleCnt="0"/>
      <dgm:spPr/>
    </dgm:pt>
    <dgm:pt modelId="{094C2054-F94F-E449-93F6-3A6E8C9A9347}" type="pres">
      <dgm:prSet presAssocID="{2DB55178-1A82-4726-85DC-DAF87ED5E89E}" presName="tx1" presStyleLbl="revTx" presStyleIdx="4" presStyleCnt="10"/>
      <dgm:spPr/>
    </dgm:pt>
    <dgm:pt modelId="{66DAEC9B-68F2-AB45-BB2F-B00BCE4B200A}" type="pres">
      <dgm:prSet presAssocID="{2DB55178-1A82-4726-85DC-DAF87ED5E89E}" presName="vert1" presStyleCnt="0"/>
      <dgm:spPr/>
    </dgm:pt>
    <dgm:pt modelId="{0E0B639F-6A04-2749-96FA-0757F70C29C0}" type="pres">
      <dgm:prSet presAssocID="{0AC62D1C-8979-45EA-AADA-7C36998E7ED4}" presName="thickLine" presStyleLbl="alignNode1" presStyleIdx="5" presStyleCnt="10"/>
      <dgm:spPr/>
    </dgm:pt>
    <dgm:pt modelId="{3E873B86-E435-EE46-9D33-1185E0E93F95}" type="pres">
      <dgm:prSet presAssocID="{0AC62D1C-8979-45EA-AADA-7C36998E7ED4}" presName="horz1" presStyleCnt="0"/>
      <dgm:spPr/>
    </dgm:pt>
    <dgm:pt modelId="{2962A70B-2D3E-E841-BD48-DA16119A7649}" type="pres">
      <dgm:prSet presAssocID="{0AC62D1C-8979-45EA-AADA-7C36998E7ED4}" presName="tx1" presStyleLbl="revTx" presStyleIdx="5" presStyleCnt="10"/>
      <dgm:spPr/>
    </dgm:pt>
    <dgm:pt modelId="{D0C453CC-F524-3F45-B52E-DC086842FEF4}" type="pres">
      <dgm:prSet presAssocID="{0AC62D1C-8979-45EA-AADA-7C36998E7ED4}" presName="vert1" presStyleCnt="0"/>
      <dgm:spPr/>
    </dgm:pt>
    <dgm:pt modelId="{728FFB3F-F40A-D444-BF51-CCCB84900F51}" type="pres">
      <dgm:prSet presAssocID="{DCBB99B0-6AB9-433F-89AC-AFA95214EAE1}" presName="thickLine" presStyleLbl="alignNode1" presStyleIdx="6" presStyleCnt="10"/>
      <dgm:spPr/>
    </dgm:pt>
    <dgm:pt modelId="{BF5BE757-7E77-DD44-91D9-B37514C1EF94}" type="pres">
      <dgm:prSet presAssocID="{DCBB99B0-6AB9-433F-89AC-AFA95214EAE1}" presName="horz1" presStyleCnt="0"/>
      <dgm:spPr/>
    </dgm:pt>
    <dgm:pt modelId="{B473F15D-D55A-C94C-BF7B-197C6F3090D1}" type="pres">
      <dgm:prSet presAssocID="{DCBB99B0-6AB9-433F-89AC-AFA95214EAE1}" presName="tx1" presStyleLbl="revTx" presStyleIdx="6" presStyleCnt="10"/>
      <dgm:spPr/>
    </dgm:pt>
    <dgm:pt modelId="{DFC07134-050A-0443-A2BB-272BFFEA9F87}" type="pres">
      <dgm:prSet presAssocID="{DCBB99B0-6AB9-433F-89AC-AFA95214EAE1}" presName="vert1" presStyleCnt="0"/>
      <dgm:spPr/>
    </dgm:pt>
    <dgm:pt modelId="{A1B1DC52-D4D0-D144-A91E-5606204D9486}" type="pres">
      <dgm:prSet presAssocID="{C9167E35-19D1-412E-AB73-860DD978717C}" presName="thickLine" presStyleLbl="alignNode1" presStyleIdx="7" presStyleCnt="10"/>
      <dgm:spPr/>
    </dgm:pt>
    <dgm:pt modelId="{716AB227-4941-6442-AF9F-555130883FDA}" type="pres">
      <dgm:prSet presAssocID="{C9167E35-19D1-412E-AB73-860DD978717C}" presName="horz1" presStyleCnt="0"/>
      <dgm:spPr/>
    </dgm:pt>
    <dgm:pt modelId="{8BF33615-C06E-8944-B592-33CDDD60ECEB}" type="pres">
      <dgm:prSet presAssocID="{C9167E35-19D1-412E-AB73-860DD978717C}" presName="tx1" presStyleLbl="revTx" presStyleIdx="7" presStyleCnt="10"/>
      <dgm:spPr/>
    </dgm:pt>
    <dgm:pt modelId="{BFC853A3-6281-0C4F-AD48-6BBB35454D23}" type="pres">
      <dgm:prSet presAssocID="{C9167E35-19D1-412E-AB73-860DD978717C}" presName="vert1" presStyleCnt="0"/>
      <dgm:spPr/>
    </dgm:pt>
    <dgm:pt modelId="{20231A92-2FAA-8947-8D20-C35CFAAAD1B0}" type="pres">
      <dgm:prSet presAssocID="{7D2091F3-4EF2-4129-A8A4-4D893874DE2B}" presName="thickLine" presStyleLbl="alignNode1" presStyleIdx="8" presStyleCnt="10"/>
      <dgm:spPr/>
    </dgm:pt>
    <dgm:pt modelId="{CA1FF55D-3FBE-C84A-A971-137326E86BE3}" type="pres">
      <dgm:prSet presAssocID="{7D2091F3-4EF2-4129-A8A4-4D893874DE2B}" presName="horz1" presStyleCnt="0"/>
      <dgm:spPr/>
    </dgm:pt>
    <dgm:pt modelId="{F3E30412-3219-EE49-B40B-A7E5C47280DA}" type="pres">
      <dgm:prSet presAssocID="{7D2091F3-4EF2-4129-A8A4-4D893874DE2B}" presName="tx1" presStyleLbl="revTx" presStyleIdx="8" presStyleCnt="10"/>
      <dgm:spPr/>
    </dgm:pt>
    <dgm:pt modelId="{02CC6350-2C8C-944D-B9AA-65C28787F23A}" type="pres">
      <dgm:prSet presAssocID="{7D2091F3-4EF2-4129-A8A4-4D893874DE2B}" presName="vert1" presStyleCnt="0"/>
      <dgm:spPr/>
    </dgm:pt>
    <dgm:pt modelId="{05BFD020-01EE-B442-A94B-A2C1DCB328B1}" type="pres">
      <dgm:prSet presAssocID="{6C3567AE-0641-4144-AABF-94259E0C787F}" presName="thickLine" presStyleLbl="alignNode1" presStyleIdx="9" presStyleCnt="10"/>
      <dgm:spPr/>
    </dgm:pt>
    <dgm:pt modelId="{2A110E37-CFEA-144D-BF4E-795A904B9912}" type="pres">
      <dgm:prSet presAssocID="{6C3567AE-0641-4144-AABF-94259E0C787F}" presName="horz1" presStyleCnt="0"/>
      <dgm:spPr/>
    </dgm:pt>
    <dgm:pt modelId="{8D50045E-66AB-4946-BD1A-BEEB6514EF8C}" type="pres">
      <dgm:prSet presAssocID="{6C3567AE-0641-4144-AABF-94259E0C787F}" presName="tx1" presStyleLbl="revTx" presStyleIdx="9" presStyleCnt="10"/>
      <dgm:spPr/>
    </dgm:pt>
    <dgm:pt modelId="{5D9A598D-7C1C-0A47-A12E-718758EA4992}" type="pres">
      <dgm:prSet presAssocID="{6C3567AE-0641-4144-AABF-94259E0C787F}" presName="vert1" presStyleCnt="0"/>
      <dgm:spPr/>
    </dgm:pt>
  </dgm:ptLst>
  <dgm:cxnLst>
    <dgm:cxn modelId="{B31B3935-E8A2-4249-B771-241AC96EC8E5}" srcId="{401313C7-E4F9-4DDE-9BF2-A9CD42E1AD4B}" destId="{85A644B5-80A6-469D-92A6-8703C14F1326}" srcOrd="3" destOrd="0" parTransId="{B5B7F4E4-A1B3-4D58-848F-F45A837BAB51}" sibTransId="{CEEEE817-CA64-4A9C-A04D-953E952EC4C9}"/>
    <dgm:cxn modelId="{32EDA038-5587-1946-A5F1-7FE314DCA435}" type="presOf" srcId="{85A644B5-80A6-469D-92A6-8703C14F1326}" destId="{C664B213-EA58-A448-BC6A-241C054FD17F}" srcOrd="0" destOrd="0" presId="urn:microsoft.com/office/officeart/2008/layout/LinedList"/>
    <dgm:cxn modelId="{D63D835A-C434-D44E-AE8D-8516F6BEA4F5}" type="presOf" srcId="{2DB55178-1A82-4726-85DC-DAF87ED5E89E}" destId="{094C2054-F94F-E449-93F6-3A6E8C9A9347}" srcOrd="0" destOrd="0" presId="urn:microsoft.com/office/officeart/2008/layout/LinedList"/>
    <dgm:cxn modelId="{79B40B67-F28B-1F4E-A3FE-A987CD342E58}" type="presOf" srcId="{7D2091F3-4EF2-4129-A8A4-4D893874DE2B}" destId="{F3E30412-3219-EE49-B40B-A7E5C47280DA}" srcOrd="0" destOrd="0" presId="urn:microsoft.com/office/officeart/2008/layout/LinedList"/>
    <dgm:cxn modelId="{1B7F616B-17AF-3048-A13A-A67627CAC4B7}" type="presOf" srcId="{401313C7-E4F9-4DDE-9BF2-A9CD42E1AD4B}" destId="{BF628472-71E4-2949-9F46-1D3AFE89F3AF}" srcOrd="0" destOrd="0" presId="urn:microsoft.com/office/officeart/2008/layout/LinedList"/>
    <dgm:cxn modelId="{2E4D206E-4747-47E0-84AC-D9233AD2DBFA}" srcId="{401313C7-E4F9-4DDE-9BF2-A9CD42E1AD4B}" destId="{7D2091F3-4EF2-4129-A8A4-4D893874DE2B}" srcOrd="8" destOrd="0" parTransId="{0D28E1AD-1E63-4BD0-8097-9E06A4C133B2}" sibTransId="{E5E28213-96B0-4B88-ABAA-9305CEE6A70A}"/>
    <dgm:cxn modelId="{2C8B2A72-D622-1E40-8C10-27384B004D90}" type="presOf" srcId="{C9167E35-19D1-412E-AB73-860DD978717C}" destId="{8BF33615-C06E-8944-B592-33CDDD60ECEB}" srcOrd="0" destOrd="0" presId="urn:microsoft.com/office/officeart/2008/layout/LinedList"/>
    <dgm:cxn modelId="{136F8273-9887-1745-9559-2FFE20FF2B14}" type="presOf" srcId="{DCBB99B0-6AB9-433F-89AC-AFA95214EAE1}" destId="{B473F15D-D55A-C94C-BF7B-197C6F3090D1}" srcOrd="0" destOrd="0" presId="urn:microsoft.com/office/officeart/2008/layout/LinedList"/>
    <dgm:cxn modelId="{F5CD5482-2166-1447-A0C7-C0CA164016B2}" type="presOf" srcId="{6C3567AE-0641-4144-AABF-94259E0C787F}" destId="{8D50045E-66AB-4946-BD1A-BEEB6514EF8C}" srcOrd="0" destOrd="0" presId="urn:microsoft.com/office/officeart/2008/layout/LinedList"/>
    <dgm:cxn modelId="{B9BFD085-9D1E-41FF-A6C7-010C606E8AF3}" srcId="{401313C7-E4F9-4DDE-9BF2-A9CD42E1AD4B}" destId="{DCBB99B0-6AB9-433F-89AC-AFA95214EAE1}" srcOrd="6" destOrd="0" parTransId="{9324B1A8-CFE9-44E0-9A1C-7B74E0E75D53}" sibTransId="{9B703EFD-554C-484E-B359-A2F7C7CA1F43}"/>
    <dgm:cxn modelId="{E284348C-AC21-5945-A625-6355706F158B}" type="presOf" srcId="{48DCB8EB-BA45-40FC-B637-49DA631151AD}" destId="{D7500767-A8DC-1D45-864A-E6D30612025F}" srcOrd="0" destOrd="0" presId="urn:microsoft.com/office/officeart/2008/layout/LinedList"/>
    <dgm:cxn modelId="{6A633697-03C9-4945-8B0C-6ADE3C329A22}" srcId="{401313C7-E4F9-4DDE-9BF2-A9CD42E1AD4B}" destId="{48DCB8EB-BA45-40FC-B637-49DA631151AD}" srcOrd="1" destOrd="0" parTransId="{913B3511-BBFA-4AA0-AEE9-C2DA8F95E291}" sibTransId="{EC1B33B9-A03D-49D7-B55F-51A09CBCB249}"/>
    <dgm:cxn modelId="{57CED09E-FCD4-1544-A21E-08E9B3A39A6E}" type="presOf" srcId="{0A8941D3-E1D8-41FC-9BF9-38FA03FC8A9D}" destId="{42515A3E-8408-FF40-87F9-6A079D1C6550}" srcOrd="0" destOrd="0" presId="urn:microsoft.com/office/officeart/2008/layout/LinedList"/>
    <dgm:cxn modelId="{9B2557D8-2F4B-4691-924B-94F650B955D4}" srcId="{401313C7-E4F9-4DDE-9BF2-A9CD42E1AD4B}" destId="{2DB55178-1A82-4726-85DC-DAF87ED5E89E}" srcOrd="4" destOrd="0" parTransId="{1A231E97-A6A0-4B1C-86D1-9683017A9288}" sibTransId="{70D9184F-3CA8-4C3B-B385-2146F8814B4E}"/>
    <dgm:cxn modelId="{798D54DE-9E1A-49AB-A260-F0C356FA865D}" srcId="{401313C7-E4F9-4DDE-9BF2-A9CD42E1AD4B}" destId="{F4E35F2C-BED4-4408-B1B9-C2D64971B68D}" srcOrd="0" destOrd="0" parTransId="{FAB55274-B23B-49A1-9E7D-B3613DDDF89E}" sibTransId="{76DBE79A-F4A3-4C9D-B5EB-87F93B70A05C}"/>
    <dgm:cxn modelId="{7AEEABE2-C505-4342-B65E-2437ACA53CBB}" type="presOf" srcId="{F4E35F2C-BED4-4408-B1B9-C2D64971B68D}" destId="{563DAC28-D7F9-F246-BE64-F11040C53B70}" srcOrd="0" destOrd="0" presId="urn:microsoft.com/office/officeart/2008/layout/LinedList"/>
    <dgm:cxn modelId="{C9A803EE-61C3-4D47-AC12-C5BDA18C9B79}" srcId="{401313C7-E4F9-4DDE-9BF2-A9CD42E1AD4B}" destId="{C9167E35-19D1-412E-AB73-860DD978717C}" srcOrd="7" destOrd="0" parTransId="{4E12A787-55D3-40A3-BD64-B43E84FD98E0}" sibTransId="{B1FBA492-9929-421C-A3A7-607F7883B3D1}"/>
    <dgm:cxn modelId="{651EF2F0-45C8-499D-B203-F8A592CACAAE}" srcId="{401313C7-E4F9-4DDE-9BF2-A9CD42E1AD4B}" destId="{0AC62D1C-8979-45EA-AADA-7C36998E7ED4}" srcOrd="5" destOrd="0" parTransId="{279BCDEC-FAA8-4394-8541-6A54C4166E8A}" sibTransId="{F546C781-76FC-4281-B5ED-0956733DCDE6}"/>
    <dgm:cxn modelId="{ED072DF6-8019-4E37-9655-3C6F66FB31F5}" srcId="{401313C7-E4F9-4DDE-9BF2-A9CD42E1AD4B}" destId="{6C3567AE-0641-4144-AABF-94259E0C787F}" srcOrd="9" destOrd="0" parTransId="{4E6C55FE-BAF0-4B82-8A11-549C8335F43C}" sibTransId="{B6681FD0-1116-4AF9-B43A-EEB0470161DD}"/>
    <dgm:cxn modelId="{9BBC1DFF-9FF1-4434-886C-AF4B797F2BBA}" srcId="{401313C7-E4F9-4DDE-9BF2-A9CD42E1AD4B}" destId="{0A8941D3-E1D8-41FC-9BF9-38FA03FC8A9D}" srcOrd="2" destOrd="0" parTransId="{E18B350A-CB5E-410E-8034-15D6E446AA40}" sibTransId="{9433B1A2-E518-435D-8DC9-67516BF2B251}"/>
    <dgm:cxn modelId="{7F73F1FF-DAB8-8947-A0CD-161226A04102}" type="presOf" srcId="{0AC62D1C-8979-45EA-AADA-7C36998E7ED4}" destId="{2962A70B-2D3E-E841-BD48-DA16119A7649}" srcOrd="0" destOrd="0" presId="urn:microsoft.com/office/officeart/2008/layout/LinedList"/>
    <dgm:cxn modelId="{797ABD31-6C86-1549-ABDF-376A160B40E2}" type="presParOf" srcId="{BF628472-71E4-2949-9F46-1D3AFE89F3AF}" destId="{C48D92CB-8F9D-3E4C-8DCF-1D1635605569}" srcOrd="0" destOrd="0" presId="urn:microsoft.com/office/officeart/2008/layout/LinedList"/>
    <dgm:cxn modelId="{8535E1C3-6EDC-824C-9D6B-D77B7DA9268A}" type="presParOf" srcId="{BF628472-71E4-2949-9F46-1D3AFE89F3AF}" destId="{4C01486D-2570-EF43-8E0A-F751B5BE0E36}" srcOrd="1" destOrd="0" presId="urn:microsoft.com/office/officeart/2008/layout/LinedList"/>
    <dgm:cxn modelId="{BB8D6D5D-026C-D444-B403-1A6EE2A6AACF}" type="presParOf" srcId="{4C01486D-2570-EF43-8E0A-F751B5BE0E36}" destId="{563DAC28-D7F9-F246-BE64-F11040C53B70}" srcOrd="0" destOrd="0" presId="urn:microsoft.com/office/officeart/2008/layout/LinedList"/>
    <dgm:cxn modelId="{3C8B14C9-1D44-3441-B30C-4F9017E1E359}" type="presParOf" srcId="{4C01486D-2570-EF43-8E0A-F751B5BE0E36}" destId="{6867BCF9-8F61-A24D-9FD0-487031A0215C}" srcOrd="1" destOrd="0" presId="urn:microsoft.com/office/officeart/2008/layout/LinedList"/>
    <dgm:cxn modelId="{69372618-9A73-7B41-A284-A452C27B0EC6}" type="presParOf" srcId="{BF628472-71E4-2949-9F46-1D3AFE89F3AF}" destId="{D30E7FFE-325E-C748-AFE9-EE6439ABF4AC}" srcOrd="2" destOrd="0" presId="urn:microsoft.com/office/officeart/2008/layout/LinedList"/>
    <dgm:cxn modelId="{9B6EDBF0-AA48-0C4B-BC71-12FEAC7F12AD}" type="presParOf" srcId="{BF628472-71E4-2949-9F46-1D3AFE89F3AF}" destId="{E3B96B87-9BEE-744E-8618-694D714DCC1A}" srcOrd="3" destOrd="0" presId="urn:microsoft.com/office/officeart/2008/layout/LinedList"/>
    <dgm:cxn modelId="{FA4FC7FE-8D1D-8D40-B3D7-BD7BBBB68FD7}" type="presParOf" srcId="{E3B96B87-9BEE-744E-8618-694D714DCC1A}" destId="{D7500767-A8DC-1D45-864A-E6D30612025F}" srcOrd="0" destOrd="0" presId="urn:microsoft.com/office/officeart/2008/layout/LinedList"/>
    <dgm:cxn modelId="{7156DEEF-11A1-A341-9C06-018E4B5A7E9F}" type="presParOf" srcId="{E3B96B87-9BEE-744E-8618-694D714DCC1A}" destId="{D784DEA3-4AC4-8345-B09A-E0FF18E9A215}" srcOrd="1" destOrd="0" presId="urn:microsoft.com/office/officeart/2008/layout/LinedList"/>
    <dgm:cxn modelId="{A6CC8FC7-3FD5-7148-95EC-794A33D2E412}" type="presParOf" srcId="{BF628472-71E4-2949-9F46-1D3AFE89F3AF}" destId="{712FE300-31C7-BC40-A51A-53FBC57CB36B}" srcOrd="4" destOrd="0" presId="urn:microsoft.com/office/officeart/2008/layout/LinedList"/>
    <dgm:cxn modelId="{A75607F3-E531-294D-92C9-63506E010CD7}" type="presParOf" srcId="{BF628472-71E4-2949-9F46-1D3AFE89F3AF}" destId="{1C480C3F-BB72-604B-985D-42802DA35B1C}" srcOrd="5" destOrd="0" presId="urn:microsoft.com/office/officeart/2008/layout/LinedList"/>
    <dgm:cxn modelId="{9F8AB28D-4C66-C24D-B25D-3391B4791AD4}" type="presParOf" srcId="{1C480C3F-BB72-604B-985D-42802DA35B1C}" destId="{42515A3E-8408-FF40-87F9-6A079D1C6550}" srcOrd="0" destOrd="0" presId="urn:microsoft.com/office/officeart/2008/layout/LinedList"/>
    <dgm:cxn modelId="{A7446643-A66A-714E-B4E2-9F24833CEECD}" type="presParOf" srcId="{1C480C3F-BB72-604B-985D-42802DA35B1C}" destId="{C2485EFF-35B2-7548-A394-10CF917220F5}" srcOrd="1" destOrd="0" presId="urn:microsoft.com/office/officeart/2008/layout/LinedList"/>
    <dgm:cxn modelId="{35A9D88A-6FD3-1547-8D21-5F3EAF916022}" type="presParOf" srcId="{BF628472-71E4-2949-9F46-1D3AFE89F3AF}" destId="{19FAE761-B90D-6F4F-8566-CA7A504D472B}" srcOrd="6" destOrd="0" presId="urn:microsoft.com/office/officeart/2008/layout/LinedList"/>
    <dgm:cxn modelId="{C56913B6-8C55-3F4E-A781-8F4CA99B042E}" type="presParOf" srcId="{BF628472-71E4-2949-9F46-1D3AFE89F3AF}" destId="{024D4C4F-4FF2-7849-8156-62F2CEBF8CAC}" srcOrd="7" destOrd="0" presId="urn:microsoft.com/office/officeart/2008/layout/LinedList"/>
    <dgm:cxn modelId="{17640D42-3F3F-AF4E-82EC-74CF575A923A}" type="presParOf" srcId="{024D4C4F-4FF2-7849-8156-62F2CEBF8CAC}" destId="{C664B213-EA58-A448-BC6A-241C054FD17F}" srcOrd="0" destOrd="0" presId="urn:microsoft.com/office/officeart/2008/layout/LinedList"/>
    <dgm:cxn modelId="{495C9290-D8DB-884E-9E2D-1FD146033E54}" type="presParOf" srcId="{024D4C4F-4FF2-7849-8156-62F2CEBF8CAC}" destId="{AAC8B2B7-BFD6-704F-8DEC-8D295A50BAA5}" srcOrd="1" destOrd="0" presId="urn:microsoft.com/office/officeart/2008/layout/LinedList"/>
    <dgm:cxn modelId="{FB4BC468-875D-DA4E-AFF2-D6EB9E2E915C}" type="presParOf" srcId="{BF628472-71E4-2949-9F46-1D3AFE89F3AF}" destId="{A5E76A29-AFD9-2A43-B1D2-7A7B69A6D2A6}" srcOrd="8" destOrd="0" presId="urn:microsoft.com/office/officeart/2008/layout/LinedList"/>
    <dgm:cxn modelId="{9909D1A3-0AD8-714D-8F9A-27D27A3C45E9}" type="presParOf" srcId="{BF628472-71E4-2949-9F46-1D3AFE89F3AF}" destId="{535B97CA-4567-EA4E-8EF3-EB41B45C1021}" srcOrd="9" destOrd="0" presId="urn:microsoft.com/office/officeart/2008/layout/LinedList"/>
    <dgm:cxn modelId="{0E5F5EDA-9858-AA49-B82E-1AA527992C94}" type="presParOf" srcId="{535B97CA-4567-EA4E-8EF3-EB41B45C1021}" destId="{094C2054-F94F-E449-93F6-3A6E8C9A9347}" srcOrd="0" destOrd="0" presId="urn:microsoft.com/office/officeart/2008/layout/LinedList"/>
    <dgm:cxn modelId="{15B9A95F-012D-2143-BC46-38124534E84D}" type="presParOf" srcId="{535B97CA-4567-EA4E-8EF3-EB41B45C1021}" destId="{66DAEC9B-68F2-AB45-BB2F-B00BCE4B200A}" srcOrd="1" destOrd="0" presId="urn:microsoft.com/office/officeart/2008/layout/LinedList"/>
    <dgm:cxn modelId="{665DC6F7-7BE1-B34A-B99E-238788C66F13}" type="presParOf" srcId="{BF628472-71E4-2949-9F46-1D3AFE89F3AF}" destId="{0E0B639F-6A04-2749-96FA-0757F70C29C0}" srcOrd="10" destOrd="0" presId="urn:microsoft.com/office/officeart/2008/layout/LinedList"/>
    <dgm:cxn modelId="{98507AE4-1EFC-AE4B-9AF7-E670AC78F964}" type="presParOf" srcId="{BF628472-71E4-2949-9F46-1D3AFE89F3AF}" destId="{3E873B86-E435-EE46-9D33-1185E0E93F95}" srcOrd="11" destOrd="0" presId="urn:microsoft.com/office/officeart/2008/layout/LinedList"/>
    <dgm:cxn modelId="{6E8B02B5-E36E-DB4A-A6F8-74C99F355A6B}" type="presParOf" srcId="{3E873B86-E435-EE46-9D33-1185E0E93F95}" destId="{2962A70B-2D3E-E841-BD48-DA16119A7649}" srcOrd="0" destOrd="0" presId="urn:microsoft.com/office/officeart/2008/layout/LinedList"/>
    <dgm:cxn modelId="{6F5D1BE1-D322-ED40-B103-D24B213B6C02}" type="presParOf" srcId="{3E873B86-E435-EE46-9D33-1185E0E93F95}" destId="{D0C453CC-F524-3F45-B52E-DC086842FEF4}" srcOrd="1" destOrd="0" presId="urn:microsoft.com/office/officeart/2008/layout/LinedList"/>
    <dgm:cxn modelId="{045F8BC9-A0D1-B04A-8078-CB74FBAF3DBC}" type="presParOf" srcId="{BF628472-71E4-2949-9F46-1D3AFE89F3AF}" destId="{728FFB3F-F40A-D444-BF51-CCCB84900F51}" srcOrd="12" destOrd="0" presId="urn:microsoft.com/office/officeart/2008/layout/LinedList"/>
    <dgm:cxn modelId="{E4DDDB8C-5186-4745-9849-DA0671670767}" type="presParOf" srcId="{BF628472-71E4-2949-9F46-1D3AFE89F3AF}" destId="{BF5BE757-7E77-DD44-91D9-B37514C1EF94}" srcOrd="13" destOrd="0" presId="urn:microsoft.com/office/officeart/2008/layout/LinedList"/>
    <dgm:cxn modelId="{D1134594-63BC-7243-A20C-107C2D3E64EC}" type="presParOf" srcId="{BF5BE757-7E77-DD44-91D9-B37514C1EF94}" destId="{B473F15D-D55A-C94C-BF7B-197C6F3090D1}" srcOrd="0" destOrd="0" presId="urn:microsoft.com/office/officeart/2008/layout/LinedList"/>
    <dgm:cxn modelId="{F40BE5EA-25F7-2B42-9E06-FBD05D3F4FDD}" type="presParOf" srcId="{BF5BE757-7E77-DD44-91D9-B37514C1EF94}" destId="{DFC07134-050A-0443-A2BB-272BFFEA9F87}" srcOrd="1" destOrd="0" presId="urn:microsoft.com/office/officeart/2008/layout/LinedList"/>
    <dgm:cxn modelId="{58993BCD-AC71-854B-9971-8B0FE06379EA}" type="presParOf" srcId="{BF628472-71E4-2949-9F46-1D3AFE89F3AF}" destId="{A1B1DC52-D4D0-D144-A91E-5606204D9486}" srcOrd="14" destOrd="0" presId="urn:microsoft.com/office/officeart/2008/layout/LinedList"/>
    <dgm:cxn modelId="{CF4E4983-15D4-1745-A46A-385FDB30D8EE}" type="presParOf" srcId="{BF628472-71E4-2949-9F46-1D3AFE89F3AF}" destId="{716AB227-4941-6442-AF9F-555130883FDA}" srcOrd="15" destOrd="0" presId="urn:microsoft.com/office/officeart/2008/layout/LinedList"/>
    <dgm:cxn modelId="{D5B27403-3F19-7444-AE89-B90D1C6B95D3}" type="presParOf" srcId="{716AB227-4941-6442-AF9F-555130883FDA}" destId="{8BF33615-C06E-8944-B592-33CDDD60ECEB}" srcOrd="0" destOrd="0" presId="urn:microsoft.com/office/officeart/2008/layout/LinedList"/>
    <dgm:cxn modelId="{59298B09-489F-A74C-99B0-CECADB433364}" type="presParOf" srcId="{716AB227-4941-6442-AF9F-555130883FDA}" destId="{BFC853A3-6281-0C4F-AD48-6BBB35454D23}" srcOrd="1" destOrd="0" presId="urn:microsoft.com/office/officeart/2008/layout/LinedList"/>
    <dgm:cxn modelId="{0904D952-0EFC-B347-B929-F83931FB184A}" type="presParOf" srcId="{BF628472-71E4-2949-9F46-1D3AFE89F3AF}" destId="{20231A92-2FAA-8947-8D20-C35CFAAAD1B0}" srcOrd="16" destOrd="0" presId="urn:microsoft.com/office/officeart/2008/layout/LinedList"/>
    <dgm:cxn modelId="{8E5D85B8-B36B-0E47-AE92-8F2EB80BF237}" type="presParOf" srcId="{BF628472-71E4-2949-9F46-1D3AFE89F3AF}" destId="{CA1FF55D-3FBE-C84A-A971-137326E86BE3}" srcOrd="17" destOrd="0" presId="urn:microsoft.com/office/officeart/2008/layout/LinedList"/>
    <dgm:cxn modelId="{AF684F11-0674-A04D-BB8F-257523C674E6}" type="presParOf" srcId="{CA1FF55D-3FBE-C84A-A971-137326E86BE3}" destId="{F3E30412-3219-EE49-B40B-A7E5C47280DA}" srcOrd="0" destOrd="0" presId="urn:microsoft.com/office/officeart/2008/layout/LinedList"/>
    <dgm:cxn modelId="{954C466F-069D-A141-AEAA-1D4AD82F6BC5}" type="presParOf" srcId="{CA1FF55D-3FBE-C84A-A971-137326E86BE3}" destId="{02CC6350-2C8C-944D-B9AA-65C28787F23A}" srcOrd="1" destOrd="0" presId="urn:microsoft.com/office/officeart/2008/layout/LinedList"/>
    <dgm:cxn modelId="{D50BBEFE-3BD0-6A4C-811A-0A16132D856F}" type="presParOf" srcId="{BF628472-71E4-2949-9F46-1D3AFE89F3AF}" destId="{05BFD020-01EE-B442-A94B-A2C1DCB328B1}" srcOrd="18" destOrd="0" presId="urn:microsoft.com/office/officeart/2008/layout/LinedList"/>
    <dgm:cxn modelId="{CD01DB92-1436-4042-8FA1-2119C0F97303}" type="presParOf" srcId="{BF628472-71E4-2949-9F46-1D3AFE89F3AF}" destId="{2A110E37-CFEA-144D-BF4E-795A904B9912}" srcOrd="19" destOrd="0" presId="urn:microsoft.com/office/officeart/2008/layout/LinedList"/>
    <dgm:cxn modelId="{10FBCAB4-F74D-5B44-B16E-98197957C8B9}" type="presParOf" srcId="{2A110E37-CFEA-144D-BF4E-795A904B9912}" destId="{8D50045E-66AB-4946-BD1A-BEEB6514EF8C}" srcOrd="0" destOrd="0" presId="urn:microsoft.com/office/officeart/2008/layout/LinedList"/>
    <dgm:cxn modelId="{3E2E37A8-DB6C-CB45-BE65-7709B309BF91}" type="presParOf" srcId="{2A110E37-CFEA-144D-BF4E-795A904B9912}" destId="{5D9A598D-7C1C-0A47-A12E-718758EA499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66856DA-C7B7-48B9-8A68-CDE8A6F2FD7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B4F361D-42F3-45D1-A859-3221111E03F0}">
      <dgm:prSet/>
      <dgm:spPr/>
      <dgm:t>
        <a:bodyPr/>
        <a:lstStyle/>
        <a:p>
          <a:r>
            <a:rPr lang="en-US" b="0" i="0" baseline="0"/>
            <a:t>A clean and minimalistic layout is used</a:t>
          </a:r>
          <a:endParaRPr lang="en-US"/>
        </a:p>
      </dgm:t>
    </dgm:pt>
    <dgm:pt modelId="{B5D9DECC-4504-4A5E-94B7-FA878F385438}" type="parTrans" cxnId="{E09CB06C-2AF0-4F8A-A5DA-4B7DEB18C14C}">
      <dgm:prSet/>
      <dgm:spPr/>
      <dgm:t>
        <a:bodyPr/>
        <a:lstStyle/>
        <a:p>
          <a:endParaRPr lang="en-US"/>
        </a:p>
      </dgm:t>
    </dgm:pt>
    <dgm:pt modelId="{810E7EB5-C442-43E5-B929-642CB55D50E7}" type="sibTrans" cxnId="{E09CB06C-2AF0-4F8A-A5DA-4B7DEB18C14C}">
      <dgm:prSet/>
      <dgm:spPr/>
      <dgm:t>
        <a:bodyPr/>
        <a:lstStyle/>
        <a:p>
          <a:endParaRPr lang="en-US"/>
        </a:p>
      </dgm:t>
    </dgm:pt>
    <dgm:pt modelId="{5AB75000-5AF8-4EC9-B0DD-A44CF5F42170}">
      <dgm:prSet/>
      <dgm:spPr/>
      <dgm:t>
        <a:bodyPr/>
        <a:lstStyle/>
        <a:p>
          <a:r>
            <a:rPr lang="en-US" b="0" i="0" baseline="0"/>
            <a:t>Design focuses on clarity rather than complexity</a:t>
          </a:r>
          <a:endParaRPr lang="en-US"/>
        </a:p>
      </dgm:t>
    </dgm:pt>
    <dgm:pt modelId="{9200A78F-0D8E-4363-85C5-EA6971847B10}" type="parTrans" cxnId="{49FDB159-7398-4A3E-AA78-68A2751919BE}">
      <dgm:prSet/>
      <dgm:spPr/>
      <dgm:t>
        <a:bodyPr/>
        <a:lstStyle/>
        <a:p>
          <a:endParaRPr lang="en-US"/>
        </a:p>
      </dgm:t>
    </dgm:pt>
    <dgm:pt modelId="{F9FBA83C-679E-439C-932C-931ED96B1AC9}" type="sibTrans" cxnId="{49FDB159-7398-4A3E-AA78-68A2751919BE}">
      <dgm:prSet/>
      <dgm:spPr/>
      <dgm:t>
        <a:bodyPr/>
        <a:lstStyle/>
        <a:p>
          <a:endParaRPr lang="en-US"/>
        </a:p>
      </dgm:t>
    </dgm:pt>
    <dgm:pt modelId="{EA16B0B5-87D3-4EC7-ABC0-5E70DD084D24}">
      <dgm:prSet/>
      <dgm:spPr/>
      <dgm:t>
        <a:bodyPr/>
        <a:lstStyle/>
        <a:p>
          <a:r>
            <a:rPr lang="en-US" b="0" i="0" baseline="0"/>
            <a:t>Neutral colour palette ensures professional appearance</a:t>
          </a:r>
          <a:endParaRPr lang="en-US"/>
        </a:p>
      </dgm:t>
    </dgm:pt>
    <dgm:pt modelId="{C2C3FB3D-6F7D-4A35-81A8-BCF2D6E4AE8E}" type="parTrans" cxnId="{022AE6A1-291F-4067-9A2A-CA19976D47BC}">
      <dgm:prSet/>
      <dgm:spPr/>
      <dgm:t>
        <a:bodyPr/>
        <a:lstStyle/>
        <a:p>
          <a:endParaRPr lang="en-US"/>
        </a:p>
      </dgm:t>
    </dgm:pt>
    <dgm:pt modelId="{7A47DA41-36EE-4585-8ADC-CA1CDC85716C}" type="sibTrans" cxnId="{022AE6A1-291F-4067-9A2A-CA19976D47BC}">
      <dgm:prSet/>
      <dgm:spPr/>
      <dgm:t>
        <a:bodyPr/>
        <a:lstStyle/>
        <a:p>
          <a:endParaRPr lang="en-US"/>
        </a:p>
      </dgm:t>
    </dgm:pt>
    <dgm:pt modelId="{EBB6CA2A-EC16-48C8-8F94-19A9C82E8E07}">
      <dgm:prSet/>
      <dgm:spPr/>
      <dgm:t>
        <a:bodyPr/>
        <a:lstStyle/>
        <a:p>
          <a:r>
            <a:rPr lang="en-US" b="0" i="0" baseline="0"/>
            <a:t>Accent colours highlight important elements</a:t>
          </a:r>
          <a:endParaRPr lang="en-US"/>
        </a:p>
      </dgm:t>
    </dgm:pt>
    <dgm:pt modelId="{ADC9CD41-64CD-40F8-868C-578DD6CDF987}" type="parTrans" cxnId="{14229923-21BB-447E-A38C-E042AA01B9C7}">
      <dgm:prSet/>
      <dgm:spPr/>
      <dgm:t>
        <a:bodyPr/>
        <a:lstStyle/>
        <a:p>
          <a:endParaRPr lang="en-US"/>
        </a:p>
      </dgm:t>
    </dgm:pt>
    <dgm:pt modelId="{5DC9AB59-D505-4B62-BDDA-18A92DC7F807}" type="sibTrans" cxnId="{14229923-21BB-447E-A38C-E042AA01B9C7}">
      <dgm:prSet/>
      <dgm:spPr/>
      <dgm:t>
        <a:bodyPr/>
        <a:lstStyle/>
        <a:p>
          <a:endParaRPr lang="en-US"/>
        </a:p>
      </dgm:t>
    </dgm:pt>
    <dgm:pt modelId="{75A17F06-CE33-42F5-B0B1-55041A8FDFF5}">
      <dgm:prSet/>
      <dgm:spPr/>
      <dgm:t>
        <a:bodyPr/>
        <a:lstStyle/>
        <a:p>
          <a:r>
            <a:rPr lang="en-US" b="0" i="0" baseline="0"/>
            <a:t>High contrast improves readability</a:t>
          </a:r>
          <a:endParaRPr lang="en-US"/>
        </a:p>
      </dgm:t>
    </dgm:pt>
    <dgm:pt modelId="{FC70758F-E99A-4AD6-8B75-C7C7BA968173}" type="parTrans" cxnId="{03E8D2DF-B529-401F-83D9-19B74588DF2D}">
      <dgm:prSet/>
      <dgm:spPr/>
      <dgm:t>
        <a:bodyPr/>
        <a:lstStyle/>
        <a:p>
          <a:endParaRPr lang="en-US"/>
        </a:p>
      </dgm:t>
    </dgm:pt>
    <dgm:pt modelId="{C40C7D5C-20CE-4ECC-A7D0-6EA590830BFA}" type="sibTrans" cxnId="{03E8D2DF-B529-401F-83D9-19B74588DF2D}">
      <dgm:prSet/>
      <dgm:spPr/>
      <dgm:t>
        <a:bodyPr/>
        <a:lstStyle/>
        <a:p>
          <a:endParaRPr lang="en-US"/>
        </a:p>
      </dgm:t>
    </dgm:pt>
    <dgm:pt modelId="{F2970F4D-3D08-44A3-B86D-7E4329D79AC5}">
      <dgm:prSet/>
      <dgm:spPr/>
      <dgm:t>
        <a:bodyPr/>
        <a:lstStyle/>
        <a:p>
          <a:r>
            <a:rPr lang="en-US" b="0" i="0" baseline="0"/>
            <a:t>Sans-serif fonts enhance screen readability</a:t>
          </a:r>
          <a:endParaRPr lang="en-US"/>
        </a:p>
      </dgm:t>
    </dgm:pt>
    <dgm:pt modelId="{21168BD9-84FA-4020-AA29-7AF7A86B0363}" type="parTrans" cxnId="{5116B30B-D22D-481A-A6EE-B25EDDF8590B}">
      <dgm:prSet/>
      <dgm:spPr/>
      <dgm:t>
        <a:bodyPr/>
        <a:lstStyle/>
        <a:p>
          <a:endParaRPr lang="en-US"/>
        </a:p>
      </dgm:t>
    </dgm:pt>
    <dgm:pt modelId="{B913154D-6F14-42F8-B34B-CF3B3831050D}" type="sibTrans" cxnId="{5116B30B-D22D-481A-A6EE-B25EDDF8590B}">
      <dgm:prSet/>
      <dgm:spPr/>
      <dgm:t>
        <a:bodyPr/>
        <a:lstStyle/>
        <a:p>
          <a:endParaRPr lang="en-US"/>
        </a:p>
      </dgm:t>
    </dgm:pt>
    <dgm:pt modelId="{86FEF68A-56E4-4BE1-9A0B-F232A16D60FD}">
      <dgm:prSet/>
      <dgm:spPr/>
      <dgm:t>
        <a:bodyPr/>
        <a:lstStyle/>
        <a:p>
          <a:r>
            <a:rPr lang="en-US" b="0" i="0" baseline="0"/>
            <a:t>Consistent font sizes maintain visual balance</a:t>
          </a:r>
          <a:endParaRPr lang="en-US"/>
        </a:p>
      </dgm:t>
    </dgm:pt>
    <dgm:pt modelId="{AB2F4EC9-33B6-4513-A2F9-96ABB8A8BD20}" type="parTrans" cxnId="{4BB1C8C1-07C3-4FFD-9E44-798339FEBC13}">
      <dgm:prSet/>
      <dgm:spPr/>
      <dgm:t>
        <a:bodyPr/>
        <a:lstStyle/>
        <a:p>
          <a:endParaRPr lang="en-US"/>
        </a:p>
      </dgm:t>
    </dgm:pt>
    <dgm:pt modelId="{2367215D-AD44-4DC5-B45A-68D611937D71}" type="sibTrans" cxnId="{4BB1C8C1-07C3-4FFD-9E44-798339FEBC13}">
      <dgm:prSet/>
      <dgm:spPr/>
      <dgm:t>
        <a:bodyPr/>
        <a:lstStyle/>
        <a:p>
          <a:endParaRPr lang="en-US"/>
        </a:p>
      </dgm:t>
    </dgm:pt>
    <dgm:pt modelId="{F861B214-47B4-4597-8D26-09006ECDFDEF}">
      <dgm:prSet/>
      <dgm:spPr/>
      <dgm:t>
        <a:bodyPr/>
        <a:lstStyle/>
        <a:p>
          <a:r>
            <a:rPr lang="en-US" b="0" i="0" baseline="0"/>
            <a:t>Spacing and alignment improve content flow</a:t>
          </a:r>
          <a:endParaRPr lang="en-US"/>
        </a:p>
      </dgm:t>
    </dgm:pt>
    <dgm:pt modelId="{A081290A-031C-4FA6-92AE-D38B9539E4BC}" type="parTrans" cxnId="{7DA43ADF-26F6-49ED-B848-162D4F705064}">
      <dgm:prSet/>
      <dgm:spPr/>
      <dgm:t>
        <a:bodyPr/>
        <a:lstStyle/>
        <a:p>
          <a:endParaRPr lang="en-US"/>
        </a:p>
      </dgm:t>
    </dgm:pt>
    <dgm:pt modelId="{1A0EF98B-E68B-4C0A-8C70-67387A4F68B3}" type="sibTrans" cxnId="{7DA43ADF-26F6-49ED-B848-162D4F705064}">
      <dgm:prSet/>
      <dgm:spPr/>
      <dgm:t>
        <a:bodyPr/>
        <a:lstStyle/>
        <a:p>
          <a:endParaRPr lang="en-US"/>
        </a:p>
      </dgm:t>
    </dgm:pt>
    <dgm:pt modelId="{9F17C063-61D5-402A-A6CF-63EB870BA050}">
      <dgm:prSet/>
      <dgm:spPr/>
      <dgm:t>
        <a:bodyPr/>
        <a:lstStyle/>
        <a:p>
          <a:r>
            <a:rPr lang="en-US" b="0" i="0" baseline="0"/>
            <a:t>Design is visually appealing yet simple</a:t>
          </a:r>
          <a:endParaRPr lang="en-US"/>
        </a:p>
      </dgm:t>
    </dgm:pt>
    <dgm:pt modelId="{525F6902-598B-4099-978D-03C6045D9DB6}" type="parTrans" cxnId="{F3B2EC61-AF98-4E59-816E-E64D2AE8ECA9}">
      <dgm:prSet/>
      <dgm:spPr/>
      <dgm:t>
        <a:bodyPr/>
        <a:lstStyle/>
        <a:p>
          <a:endParaRPr lang="en-US"/>
        </a:p>
      </dgm:t>
    </dgm:pt>
    <dgm:pt modelId="{6BACBF51-BB0A-4A71-8489-14243C8535BD}" type="sibTrans" cxnId="{F3B2EC61-AF98-4E59-816E-E64D2AE8ECA9}">
      <dgm:prSet/>
      <dgm:spPr/>
      <dgm:t>
        <a:bodyPr/>
        <a:lstStyle/>
        <a:p>
          <a:endParaRPr lang="en-US"/>
        </a:p>
      </dgm:t>
    </dgm:pt>
    <dgm:pt modelId="{7BADA641-E89E-4B13-9098-8A8B94723584}">
      <dgm:prSet/>
      <dgm:spPr/>
      <dgm:t>
        <a:bodyPr/>
        <a:lstStyle/>
        <a:p>
          <a:r>
            <a:rPr lang="en-US" b="0" i="0" baseline="0"/>
            <a:t>Layout supports responsive behaviour</a:t>
          </a:r>
          <a:endParaRPr lang="en-US"/>
        </a:p>
      </dgm:t>
    </dgm:pt>
    <dgm:pt modelId="{00C18F1A-136D-41A5-AE4A-DE30B703FAD5}" type="parTrans" cxnId="{1736294C-8AC5-4EA0-96AB-A80410CF6C03}">
      <dgm:prSet/>
      <dgm:spPr/>
      <dgm:t>
        <a:bodyPr/>
        <a:lstStyle/>
        <a:p>
          <a:endParaRPr lang="en-US"/>
        </a:p>
      </dgm:t>
    </dgm:pt>
    <dgm:pt modelId="{DCCF7E41-B16D-4C47-90B3-35E2ED78033A}" type="sibTrans" cxnId="{1736294C-8AC5-4EA0-96AB-A80410CF6C03}">
      <dgm:prSet/>
      <dgm:spPr/>
      <dgm:t>
        <a:bodyPr/>
        <a:lstStyle/>
        <a:p>
          <a:endParaRPr lang="en-US"/>
        </a:p>
      </dgm:t>
    </dgm:pt>
    <dgm:pt modelId="{0838C67F-8FD7-4942-B89F-7E034750FD18}" type="pres">
      <dgm:prSet presAssocID="{066856DA-C7B7-48B9-8A68-CDE8A6F2FD76}" presName="diagram" presStyleCnt="0">
        <dgm:presLayoutVars>
          <dgm:dir/>
          <dgm:resizeHandles val="exact"/>
        </dgm:presLayoutVars>
      </dgm:prSet>
      <dgm:spPr/>
    </dgm:pt>
    <dgm:pt modelId="{7C3CD454-2836-9040-8DB0-8523D831BE71}" type="pres">
      <dgm:prSet presAssocID="{EB4F361D-42F3-45D1-A859-3221111E03F0}" presName="node" presStyleLbl="node1" presStyleIdx="0" presStyleCnt="10">
        <dgm:presLayoutVars>
          <dgm:bulletEnabled val="1"/>
        </dgm:presLayoutVars>
      </dgm:prSet>
      <dgm:spPr/>
    </dgm:pt>
    <dgm:pt modelId="{36A66C4E-B1CA-3640-BE60-0605C852F71E}" type="pres">
      <dgm:prSet presAssocID="{810E7EB5-C442-43E5-B929-642CB55D50E7}" presName="sibTrans" presStyleCnt="0"/>
      <dgm:spPr/>
    </dgm:pt>
    <dgm:pt modelId="{A799603C-5860-344A-8F7C-26D884299740}" type="pres">
      <dgm:prSet presAssocID="{5AB75000-5AF8-4EC9-B0DD-A44CF5F42170}" presName="node" presStyleLbl="node1" presStyleIdx="1" presStyleCnt="10">
        <dgm:presLayoutVars>
          <dgm:bulletEnabled val="1"/>
        </dgm:presLayoutVars>
      </dgm:prSet>
      <dgm:spPr/>
    </dgm:pt>
    <dgm:pt modelId="{DDFF9DEE-1450-0344-9B5A-3C6E0E99CD81}" type="pres">
      <dgm:prSet presAssocID="{F9FBA83C-679E-439C-932C-931ED96B1AC9}" presName="sibTrans" presStyleCnt="0"/>
      <dgm:spPr/>
    </dgm:pt>
    <dgm:pt modelId="{4B64BFAD-A983-D14B-B946-0B44208DBEF4}" type="pres">
      <dgm:prSet presAssocID="{EA16B0B5-87D3-4EC7-ABC0-5E70DD084D24}" presName="node" presStyleLbl="node1" presStyleIdx="2" presStyleCnt="10">
        <dgm:presLayoutVars>
          <dgm:bulletEnabled val="1"/>
        </dgm:presLayoutVars>
      </dgm:prSet>
      <dgm:spPr/>
    </dgm:pt>
    <dgm:pt modelId="{CFCA1B43-DBBD-CC45-8C3C-5EB8F6990F0B}" type="pres">
      <dgm:prSet presAssocID="{7A47DA41-36EE-4585-8ADC-CA1CDC85716C}" presName="sibTrans" presStyleCnt="0"/>
      <dgm:spPr/>
    </dgm:pt>
    <dgm:pt modelId="{6FE49911-7AFE-9F46-BCEE-B2195A543FEC}" type="pres">
      <dgm:prSet presAssocID="{EBB6CA2A-EC16-48C8-8F94-19A9C82E8E07}" presName="node" presStyleLbl="node1" presStyleIdx="3" presStyleCnt="10">
        <dgm:presLayoutVars>
          <dgm:bulletEnabled val="1"/>
        </dgm:presLayoutVars>
      </dgm:prSet>
      <dgm:spPr/>
    </dgm:pt>
    <dgm:pt modelId="{A9E92E5C-623C-FF46-A9B8-7195621A6E8B}" type="pres">
      <dgm:prSet presAssocID="{5DC9AB59-D505-4B62-BDDA-18A92DC7F807}" presName="sibTrans" presStyleCnt="0"/>
      <dgm:spPr/>
    </dgm:pt>
    <dgm:pt modelId="{BE1A96D9-292E-E54E-88B1-1607DFF7E525}" type="pres">
      <dgm:prSet presAssocID="{75A17F06-CE33-42F5-B0B1-55041A8FDFF5}" presName="node" presStyleLbl="node1" presStyleIdx="4" presStyleCnt="10">
        <dgm:presLayoutVars>
          <dgm:bulletEnabled val="1"/>
        </dgm:presLayoutVars>
      </dgm:prSet>
      <dgm:spPr/>
    </dgm:pt>
    <dgm:pt modelId="{192E1EB4-D40E-E147-AEB2-2DAC110CF94E}" type="pres">
      <dgm:prSet presAssocID="{C40C7D5C-20CE-4ECC-A7D0-6EA590830BFA}" presName="sibTrans" presStyleCnt="0"/>
      <dgm:spPr/>
    </dgm:pt>
    <dgm:pt modelId="{4A418260-85A3-F946-8D20-82E198E59703}" type="pres">
      <dgm:prSet presAssocID="{F2970F4D-3D08-44A3-B86D-7E4329D79AC5}" presName="node" presStyleLbl="node1" presStyleIdx="5" presStyleCnt="10">
        <dgm:presLayoutVars>
          <dgm:bulletEnabled val="1"/>
        </dgm:presLayoutVars>
      </dgm:prSet>
      <dgm:spPr/>
    </dgm:pt>
    <dgm:pt modelId="{951854C7-E597-8340-897F-625118EDF4AD}" type="pres">
      <dgm:prSet presAssocID="{B913154D-6F14-42F8-B34B-CF3B3831050D}" presName="sibTrans" presStyleCnt="0"/>
      <dgm:spPr/>
    </dgm:pt>
    <dgm:pt modelId="{6DD2EF5D-B106-1446-BA8B-8911D409BDC8}" type="pres">
      <dgm:prSet presAssocID="{86FEF68A-56E4-4BE1-9A0B-F232A16D60FD}" presName="node" presStyleLbl="node1" presStyleIdx="6" presStyleCnt="10">
        <dgm:presLayoutVars>
          <dgm:bulletEnabled val="1"/>
        </dgm:presLayoutVars>
      </dgm:prSet>
      <dgm:spPr/>
    </dgm:pt>
    <dgm:pt modelId="{A989ACF4-1C9A-114D-8386-22E73862D76D}" type="pres">
      <dgm:prSet presAssocID="{2367215D-AD44-4DC5-B45A-68D611937D71}" presName="sibTrans" presStyleCnt="0"/>
      <dgm:spPr/>
    </dgm:pt>
    <dgm:pt modelId="{9133F3D1-082E-F346-82A8-DA105227681B}" type="pres">
      <dgm:prSet presAssocID="{F861B214-47B4-4597-8D26-09006ECDFDEF}" presName="node" presStyleLbl="node1" presStyleIdx="7" presStyleCnt="10">
        <dgm:presLayoutVars>
          <dgm:bulletEnabled val="1"/>
        </dgm:presLayoutVars>
      </dgm:prSet>
      <dgm:spPr/>
    </dgm:pt>
    <dgm:pt modelId="{8BD5FE83-4D63-2F44-BE5D-E3A66610780F}" type="pres">
      <dgm:prSet presAssocID="{1A0EF98B-E68B-4C0A-8C70-67387A4F68B3}" presName="sibTrans" presStyleCnt="0"/>
      <dgm:spPr/>
    </dgm:pt>
    <dgm:pt modelId="{7D64B2D2-7DC1-B342-AE6D-DF6382F69055}" type="pres">
      <dgm:prSet presAssocID="{9F17C063-61D5-402A-A6CF-63EB870BA050}" presName="node" presStyleLbl="node1" presStyleIdx="8" presStyleCnt="10">
        <dgm:presLayoutVars>
          <dgm:bulletEnabled val="1"/>
        </dgm:presLayoutVars>
      </dgm:prSet>
      <dgm:spPr/>
    </dgm:pt>
    <dgm:pt modelId="{AB26B285-D3CD-B846-AA12-74F84D395E96}" type="pres">
      <dgm:prSet presAssocID="{6BACBF51-BB0A-4A71-8489-14243C8535BD}" presName="sibTrans" presStyleCnt="0"/>
      <dgm:spPr/>
    </dgm:pt>
    <dgm:pt modelId="{3873F186-A28E-904A-9943-5F8463637365}" type="pres">
      <dgm:prSet presAssocID="{7BADA641-E89E-4B13-9098-8A8B94723584}" presName="node" presStyleLbl="node1" presStyleIdx="9" presStyleCnt="10">
        <dgm:presLayoutVars>
          <dgm:bulletEnabled val="1"/>
        </dgm:presLayoutVars>
      </dgm:prSet>
      <dgm:spPr/>
    </dgm:pt>
  </dgm:ptLst>
  <dgm:cxnLst>
    <dgm:cxn modelId="{5116B30B-D22D-481A-A6EE-B25EDDF8590B}" srcId="{066856DA-C7B7-48B9-8A68-CDE8A6F2FD76}" destId="{F2970F4D-3D08-44A3-B86D-7E4329D79AC5}" srcOrd="5" destOrd="0" parTransId="{21168BD9-84FA-4020-AA29-7AF7A86B0363}" sibTransId="{B913154D-6F14-42F8-B34B-CF3B3831050D}"/>
    <dgm:cxn modelId="{6C4B2F10-2224-3445-9EE7-32B07C4F976A}" type="presOf" srcId="{86FEF68A-56E4-4BE1-9A0B-F232A16D60FD}" destId="{6DD2EF5D-B106-1446-BA8B-8911D409BDC8}" srcOrd="0" destOrd="0" presId="urn:microsoft.com/office/officeart/2005/8/layout/default"/>
    <dgm:cxn modelId="{14229923-21BB-447E-A38C-E042AA01B9C7}" srcId="{066856DA-C7B7-48B9-8A68-CDE8A6F2FD76}" destId="{EBB6CA2A-EC16-48C8-8F94-19A9C82E8E07}" srcOrd="3" destOrd="0" parTransId="{ADC9CD41-64CD-40F8-868C-578DD6CDF987}" sibTransId="{5DC9AB59-D505-4B62-BDDA-18A92DC7F807}"/>
    <dgm:cxn modelId="{1D2CED27-E2E6-AE48-B011-01C07A27B78A}" type="presOf" srcId="{066856DA-C7B7-48B9-8A68-CDE8A6F2FD76}" destId="{0838C67F-8FD7-4942-B89F-7E034750FD18}" srcOrd="0" destOrd="0" presId="urn:microsoft.com/office/officeart/2005/8/layout/default"/>
    <dgm:cxn modelId="{F501892A-2FA2-C046-9BEC-F80B7DAD694B}" type="presOf" srcId="{5AB75000-5AF8-4EC9-B0DD-A44CF5F42170}" destId="{A799603C-5860-344A-8F7C-26D884299740}" srcOrd="0" destOrd="0" presId="urn:microsoft.com/office/officeart/2005/8/layout/default"/>
    <dgm:cxn modelId="{1736294C-8AC5-4EA0-96AB-A80410CF6C03}" srcId="{066856DA-C7B7-48B9-8A68-CDE8A6F2FD76}" destId="{7BADA641-E89E-4B13-9098-8A8B94723584}" srcOrd="9" destOrd="0" parTransId="{00C18F1A-136D-41A5-AE4A-DE30B703FAD5}" sibTransId="{DCCF7E41-B16D-4C47-90B3-35E2ED78033A}"/>
    <dgm:cxn modelId="{2FE4534E-CA34-F14E-A1A6-A1155AD523C6}" type="presOf" srcId="{9F17C063-61D5-402A-A6CF-63EB870BA050}" destId="{7D64B2D2-7DC1-B342-AE6D-DF6382F69055}" srcOrd="0" destOrd="0" presId="urn:microsoft.com/office/officeart/2005/8/layout/default"/>
    <dgm:cxn modelId="{49FDB159-7398-4A3E-AA78-68A2751919BE}" srcId="{066856DA-C7B7-48B9-8A68-CDE8A6F2FD76}" destId="{5AB75000-5AF8-4EC9-B0DD-A44CF5F42170}" srcOrd="1" destOrd="0" parTransId="{9200A78F-0D8E-4363-85C5-EA6971847B10}" sibTransId="{F9FBA83C-679E-439C-932C-931ED96B1AC9}"/>
    <dgm:cxn modelId="{9503EA5B-BF82-5847-BF2A-FE69AEFB4EFA}" type="presOf" srcId="{F2970F4D-3D08-44A3-B86D-7E4329D79AC5}" destId="{4A418260-85A3-F946-8D20-82E198E59703}" srcOrd="0" destOrd="0" presId="urn:microsoft.com/office/officeart/2005/8/layout/default"/>
    <dgm:cxn modelId="{88E5735E-49F8-BC4E-B8D7-596396CCBEC2}" type="presOf" srcId="{F861B214-47B4-4597-8D26-09006ECDFDEF}" destId="{9133F3D1-082E-F346-82A8-DA105227681B}" srcOrd="0" destOrd="0" presId="urn:microsoft.com/office/officeart/2005/8/layout/default"/>
    <dgm:cxn modelId="{F3B2EC61-AF98-4E59-816E-E64D2AE8ECA9}" srcId="{066856DA-C7B7-48B9-8A68-CDE8A6F2FD76}" destId="{9F17C063-61D5-402A-A6CF-63EB870BA050}" srcOrd="8" destOrd="0" parTransId="{525F6902-598B-4099-978D-03C6045D9DB6}" sibTransId="{6BACBF51-BB0A-4A71-8489-14243C8535BD}"/>
    <dgm:cxn modelId="{5E218363-5211-7341-B542-403276F75F1D}" type="presOf" srcId="{EA16B0B5-87D3-4EC7-ABC0-5E70DD084D24}" destId="{4B64BFAD-A983-D14B-B946-0B44208DBEF4}" srcOrd="0" destOrd="0" presId="urn:microsoft.com/office/officeart/2005/8/layout/default"/>
    <dgm:cxn modelId="{8D10AF63-6DB3-C643-94F9-981E97155591}" type="presOf" srcId="{EBB6CA2A-EC16-48C8-8F94-19A9C82E8E07}" destId="{6FE49911-7AFE-9F46-BCEE-B2195A543FEC}" srcOrd="0" destOrd="0" presId="urn:microsoft.com/office/officeart/2005/8/layout/default"/>
    <dgm:cxn modelId="{E09CB06C-2AF0-4F8A-A5DA-4B7DEB18C14C}" srcId="{066856DA-C7B7-48B9-8A68-CDE8A6F2FD76}" destId="{EB4F361D-42F3-45D1-A859-3221111E03F0}" srcOrd="0" destOrd="0" parTransId="{B5D9DECC-4504-4A5E-94B7-FA878F385438}" sibTransId="{810E7EB5-C442-43E5-B929-642CB55D50E7}"/>
    <dgm:cxn modelId="{BEEA2B9F-9748-0246-953E-67C7EEF8451E}" type="presOf" srcId="{7BADA641-E89E-4B13-9098-8A8B94723584}" destId="{3873F186-A28E-904A-9943-5F8463637365}" srcOrd="0" destOrd="0" presId="urn:microsoft.com/office/officeart/2005/8/layout/default"/>
    <dgm:cxn modelId="{022AE6A1-291F-4067-9A2A-CA19976D47BC}" srcId="{066856DA-C7B7-48B9-8A68-CDE8A6F2FD76}" destId="{EA16B0B5-87D3-4EC7-ABC0-5E70DD084D24}" srcOrd="2" destOrd="0" parTransId="{C2C3FB3D-6F7D-4A35-81A8-BCF2D6E4AE8E}" sibTransId="{7A47DA41-36EE-4585-8ADC-CA1CDC85716C}"/>
    <dgm:cxn modelId="{9B6771B3-CE87-834D-82CC-594159856257}" type="presOf" srcId="{75A17F06-CE33-42F5-B0B1-55041A8FDFF5}" destId="{BE1A96D9-292E-E54E-88B1-1607DFF7E525}" srcOrd="0" destOrd="0" presId="urn:microsoft.com/office/officeart/2005/8/layout/default"/>
    <dgm:cxn modelId="{4BB1C8C1-07C3-4FFD-9E44-798339FEBC13}" srcId="{066856DA-C7B7-48B9-8A68-CDE8A6F2FD76}" destId="{86FEF68A-56E4-4BE1-9A0B-F232A16D60FD}" srcOrd="6" destOrd="0" parTransId="{AB2F4EC9-33B6-4513-A2F9-96ABB8A8BD20}" sibTransId="{2367215D-AD44-4DC5-B45A-68D611937D71}"/>
    <dgm:cxn modelId="{7DA43ADF-26F6-49ED-B848-162D4F705064}" srcId="{066856DA-C7B7-48B9-8A68-CDE8A6F2FD76}" destId="{F861B214-47B4-4597-8D26-09006ECDFDEF}" srcOrd="7" destOrd="0" parTransId="{A081290A-031C-4FA6-92AE-D38B9539E4BC}" sibTransId="{1A0EF98B-E68B-4C0A-8C70-67387A4F68B3}"/>
    <dgm:cxn modelId="{03E8D2DF-B529-401F-83D9-19B74588DF2D}" srcId="{066856DA-C7B7-48B9-8A68-CDE8A6F2FD76}" destId="{75A17F06-CE33-42F5-B0B1-55041A8FDFF5}" srcOrd="4" destOrd="0" parTransId="{FC70758F-E99A-4AD6-8B75-C7C7BA968173}" sibTransId="{C40C7D5C-20CE-4ECC-A7D0-6EA590830BFA}"/>
    <dgm:cxn modelId="{7F0872E3-4977-5C43-B162-D0EADF0B1515}" type="presOf" srcId="{EB4F361D-42F3-45D1-A859-3221111E03F0}" destId="{7C3CD454-2836-9040-8DB0-8523D831BE71}" srcOrd="0" destOrd="0" presId="urn:microsoft.com/office/officeart/2005/8/layout/default"/>
    <dgm:cxn modelId="{73922FA6-7681-A845-8951-E1F9749DEEB7}" type="presParOf" srcId="{0838C67F-8FD7-4942-B89F-7E034750FD18}" destId="{7C3CD454-2836-9040-8DB0-8523D831BE71}" srcOrd="0" destOrd="0" presId="urn:microsoft.com/office/officeart/2005/8/layout/default"/>
    <dgm:cxn modelId="{D6B4E591-9280-104D-A8A2-19146D61689A}" type="presParOf" srcId="{0838C67F-8FD7-4942-B89F-7E034750FD18}" destId="{36A66C4E-B1CA-3640-BE60-0605C852F71E}" srcOrd="1" destOrd="0" presId="urn:microsoft.com/office/officeart/2005/8/layout/default"/>
    <dgm:cxn modelId="{FD82FDE9-FB04-1044-8EF0-1F705974091A}" type="presParOf" srcId="{0838C67F-8FD7-4942-B89F-7E034750FD18}" destId="{A799603C-5860-344A-8F7C-26D884299740}" srcOrd="2" destOrd="0" presId="urn:microsoft.com/office/officeart/2005/8/layout/default"/>
    <dgm:cxn modelId="{42CAEA15-6304-7046-A71B-85BB86E4413D}" type="presParOf" srcId="{0838C67F-8FD7-4942-B89F-7E034750FD18}" destId="{DDFF9DEE-1450-0344-9B5A-3C6E0E99CD81}" srcOrd="3" destOrd="0" presId="urn:microsoft.com/office/officeart/2005/8/layout/default"/>
    <dgm:cxn modelId="{E0E1A288-5E23-4C4F-BDE3-D9B92515492E}" type="presParOf" srcId="{0838C67F-8FD7-4942-B89F-7E034750FD18}" destId="{4B64BFAD-A983-D14B-B946-0B44208DBEF4}" srcOrd="4" destOrd="0" presId="urn:microsoft.com/office/officeart/2005/8/layout/default"/>
    <dgm:cxn modelId="{65B0C8A6-375E-F34A-8701-B4F943BE77B6}" type="presParOf" srcId="{0838C67F-8FD7-4942-B89F-7E034750FD18}" destId="{CFCA1B43-DBBD-CC45-8C3C-5EB8F6990F0B}" srcOrd="5" destOrd="0" presId="urn:microsoft.com/office/officeart/2005/8/layout/default"/>
    <dgm:cxn modelId="{820DFABD-A0CE-6245-AB44-070BD38FD534}" type="presParOf" srcId="{0838C67F-8FD7-4942-B89F-7E034750FD18}" destId="{6FE49911-7AFE-9F46-BCEE-B2195A543FEC}" srcOrd="6" destOrd="0" presId="urn:microsoft.com/office/officeart/2005/8/layout/default"/>
    <dgm:cxn modelId="{0495BD2E-AE58-CD47-9B82-3DBE10AF92A2}" type="presParOf" srcId="{0838C67F-8FD7-4942-B89F-7E034750FD18}" destId="{A9E92E5C-623C-FF46-A9B8-7195621A6E8B}" srcOrd="7" destOrd="0" presId="urn:microsoft.com/office/officeart/2005/8/layout/default"/>
    <dgm:cxn modelId="{125EDF3E-21A8-D540-A9FB-53E22E802ED5}" type="presParOf" srcId="{0838C67F-8FD7-4942-B89F-7E034750FD18}" destId="{BE1A96D9-292E-E54E-88B1-1607DFF7E525}" srcOrd="8" destOrd="0" presId="urn:microsoft.com/office/officeart/2005/8/layout/default"/>
    <dgm:cxn modelId="{C5D2113B-9C97-484B-8858-5A48436971BB}" type="presParOf" srcId="{0838C67F-8FD7-4942-B89F-7E034750FD18}" destId="{192E1EB4-D40E-E147-AEB2-2DAC110CF94E}" srcOrd="9" destOrd="0" presId="urn:microsoft.com/office/officeart/2005/8/layout/default"/>
    <dgm:cxn modelId="{38CB7D03-F1AF-0746-BD69-91F619823154}" type="presParOf" srcId="{0838C67F-8FD7-4942-B89F-7E034750FD18}" destId="{4A418260-85A3-F946-8D20-82E198E59703}" srcOrd="10" destOrd="0" presId="urn:microsoft.com/office/officeart/2005/8/layout/default"/>
    <dgm:cxn modelId="{E2FB4014-595E-564C-9A5A-72C027EFFA68}" type="presParOf" srcId="{0838C67F-8FD7-4942-B89F-7E034750FD18}" destId="{951854C7-E597-8340-897F-625118EDF4AD}" srcOrd="11" destOrd="0" presId="urn:microsoft.com/office/officeart/2005/8/layout/default"/>
    <dgm:cxn modelId="{64614A02-1CED-8F4C-A64C-6EBA00628B49}" type="presParOf" srcId="{0838C67F-8FD7-4942-B89F-7E034750FD18}" destId="{6DD2EF5D-B106-1446-BA8B-8911D409BDC8}" srcOrd="12" destOrd="0" presId="urn:microsoft.com/office/officeart/2005/8/layout/default"/>
    <dgm:cxn modelId="{54C1494C-5618-8F41-9876-18CFE8752067}" type="presParOf" srcId="{0838C67F-8FD7-4942-B89F-7E034750FD18}" destId="{A989ACF4-1C9A-114D-8386-22E73862D76D}" srcOrd="13" destOrd="0" presId="urn:microsoft.com/office/officeart/2005/8/layout/default"/>
    <dgm:cxn modelId="{70D1108F-7E7C-E946-882E-161C20499A98}" type="presParOf" srcId="{0838C67F-8FD7-4942-B89F-7E034750FD18}" destId="{9133F3D1-082E-F346-82A8-DA105227681B}" srcOrd="14" destOrd="0" presId="urn:microsoft.com/office/officeart/2005/8/layout/default"/>
    <dgm:cxn modelId="{7B8C4C56-537B-E445-B447-2B9ED25FB947}" type="presParOf" srcId="{0838C67F-8FD7-4942-B89F-7E034750FD18}" destId="{8BD5FE83-4D63-2F44-BE5D-E3A66610780F}" srcOrd="15" destOrd="0" presId="urn:microsoft.com/office/officeart/2005/8/layout/default"/>
    <dgm:cxn modelId="{32DA417D-C8DE-1345-B3F0-3D79294E1F0C}" type="presParOf" srcId="{0838C67F-8FD7-4942-B89F-7E034750FD18}" destId="{7D64B2D2-7DC1-B342-AE6D-DF6382F69055}" srcOrd="16" destOrd="0" presId="urn:microsoft.com/office/officeart/2005/8/layout/default"/>
    <dgm:cxn modelId="{91D5AD67-4413-3D41-AEA2-61C5A4688FB5}" type="presParOf" srcId="{0838C67F-8FD7-4942-B89F-7E034750FD18}" destId="{AB26B285-D3CD-B846-AA12-74F84D395E96}" srcOrd="17" destOrd="0" presId="urn:microsoft.com/office/officeart/2005/8/layout/default"/>
    <dgm:cxn modelId="{8C52394A-3053-E841-9C0D-0D5D71B844BF}" type="presParOf" srcId="{0838C67F-8FD7-4942-B89F-7E034750FD18}" destId="{3873F186-A28E-904A-9943-5F8463637365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0FEC8D9-4596-42D5-96D0-2903653DF29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8A94227-85EF-4B61-B35D-0C535FFB6191}">
      <dgm:prSet/>
      <dgm:spPr/>
      <dgm:t>
        <a:bodyPr/>
        <a:lstStyle/>
        <a:p>
          <a:r>
            <a:rPr lang="en-US" b="0" i="0" baseline="0"/>
            <a:t>HTML is used for structure and content</a:t>
          </a:r>
          <a:endParaRPr lang="en-US"/>
        </a:p>
      </dgm:t>
    </dgm:pt>
    <dgm:pt modelId="{61CEF4EB-4EB3-439C-B994-1F53A3E0022B}" type="parTrans" cxnId="{123595DC-D5F9-4174-BF47-60F0B7341E6B}">
      <dgm:prSet/>
      <dgm:spPr/>
      <dgm:t>
        <a:bodyPr/>
        <a:lstStyle/>
        <a:p>
          <a:endParaRPr lang="en-US"/>
        </a:p>
      </dgm:t>
    </dgm:pt>
    <dgm:pt modelId="{8DD6DEDD-3C5F-47B6-8B06-43DF2AAF7283}" type="sibTrans" cxnId="{123595DC-D5F9-4174-BF47-60F0B7341E6B}">
      <dgm:prSet/>
      <dgm:spPr/>
      <dgm:t>
        <a:bodyPr/>
        <a:lstStyle/>
        <a:p>
          <a:endParaRPr lang="en-US"/>
        </a:p>
      </dgm:t>
    </dgm:pt>
    <dgm:pt modelId="{BBF03149-5D6D-40E1-86CD-190AAC5EEB0C}">
      <dgm:prSet/>
      <dgm:spPr/>
      <dgm:t>
        <a:bodyPr/>
        <a:lstStyle/>
        <a:p>
          <a:r>
            <a:rPr lang="en-US" b="0" i="0" baseline="0"/>
            <a:t>Semantic elements improve accessibility</a:t>
          </a:r>
          <a:endParaRPr lang="en-US"/>
        </a:p>
      </dgm:t>
    </dgm:pt>
    <dgm:pt modelId="{D08933B1-EEBC-41ED-9C6D-7E69F6AAD5B9}" type="parTrans" cxnId="{3C8A6768-388E-490D-AB2B-639BD59439F3}">
      <dgm:prSet/>
      <dgm:spPr/>
      <dgm:t>
        <a:bodyPr/>
        <a:lstStyle/>
        <a:p>
          <a:endParaRPr lang="en-US"/>
        </a:p>
      </dgm:t>
    </dgm:pt>
    <dgm:pt modelId="{0CB93660-37C1-4A43-8673-E2986365061A}" type="sibTrans" cxnId="{3C8A6768-388E-490D-AB2B-639BD59439F3}">
      <dgm:prSet/>
      <dgm:spPr/>
      <dgm:t>
        <a:bodyPr/>
        <a:lstStyle/>
        <a:p>
          <a:endParaRPr lang="en-US"/>
        </a:p>
      </dgm:t>
    </dgm:pt>
    <dgm:pt modelId="{809ABF95-7114-4CB0-AA78-EC40F2FE3FD0}">
      <dgm:prSet/>
      <dgm:spPr/>
      <dgm:t>
        <a:bodyPr/>
        <a:lstStyle/>
        <a:p>
          <a:r>
            <a:rPr lang="en-US" b="0" i="0" baseline="0"/>
            <a:t>CSS handles styling and layout</a:t>
          </a:r>
          <a:endParaRPr lang="en-US"/>
        </a:p>
      </dgm:t>
    </dgm:pt>
    <dgm:pt modelId="{56B2B1F1-653D-4C4F-B1F7-44C98D20C494}" type="parTrans" cxnId="{92264868-7082-438B-A4A4-A11A518EBF4C}">
      <dgm:prSet/>
      <dgm:spPr/>
      <dgm:t>
        <a:bodyPr/>
        <a:lstStyle/>
        <a:p>
          <a:endParaRPr lang="en-US"/>
        </a:p>
      </dgm:t>
    </dgm:pt>
    <dgm:pt modelId="{731B1B2F-0068-4CEA-B16E-95D9474E294C}" type="sibTrans" cxnId="{92264868-7082-438B-A4A4-A11A518EBF4C}">
      <dgm:prSet/>
      <dgm:spPr/>
      <dgm:t>
        <a:bodyPr/>
        <a:lstStyle/>
        <a:p>
          <a:endParaRPr lang="en-US"/>
        </a:p>
      </dgm:t>
    </dgm:pt>
    <dgm:pt modelId="{8D1211BA-5EA0-4A7D-9671-0F9325C18557}">
      <dgm:prSet/>
      <dgm:spPr/>
      <dgm:t>
        <a:bodyPr/>
        <a:lstStyle/>
        <a:p>
          <a:r>
            <a:rPr lang="en-US" b="0" i="0" baseline="0"/>
            <a:t>Flexbox is used for alignment</a:t>
          </a:r>
          <a:endParaRPr lang="en-US"/>
        </a:p>
      </dgm:t>
    </dgm:pt>
    <dgm:pt modelId="{F329CF3E-512C-4C93-B2B0-6A33AA6EBFC4}" type="parTrans" cxnId="{CB3F0630-FBFB-4875-9F40-DF35CD935DFA}">
      <dgm:prSet/>
      <dgm:spPr/>
      <dgm:t>
        <a:bodyPr/>
        <a:lstStyle/>
        <a:p>
          <a:endParaRPr lang="en-US"/>
        </a:p>
      </dgm:t>
    </dgm:pt>
    <dgm:pt modelId="{4636AE54-7BFF-4CE3-85B8-DA255F0AFCF9}" type="sibTrans" cxnId="{CB3F0630-FBFB-4875-9F40-DF35CD935DFA}">
      <dgm:prSet/>
      <dgm:spPr/>
      <dgm:t>
        <a:bodyPr/>
        <a:lstStyle/>
        <a:p>
          <a:endParaRPr lang="en-US"/>
        </a:p>
      </dgm:t>
    </dgm:pt>
    <dgm:pt modelId="{852817F7-35E4-45D9-B467-37FCAB4E56F0}">
      <dgm:prSet/>
      <dgm:spPr/>
      <dgm:t>
        <a:bodyPr/>
        <a:lstStyle/>
        <a:p>
          <a:r>
            <a:rPr lang="en-US" b="0" i="0" baseline="0"/>
            <a:t>Media queries support responsive design</a:t>
          </a:r>
          <a:endParaRPr lang="en-US"/>
        </a:p>
      </dgm:t>
    </dgm:pt>
    <dgm:pt modelId="{0760BB49-5F82-40B4-8409-4FABB961D29D}" type="parTrans" cxnId="{97F1D852-2537-4231-8AD9-118F46089B9F}">
      <dgm:prSet/>
      <dgm:spPr/>
      <dgm:t>
        <a:bodyPr/>
        <a:lstStyle/>
        <a:p>
          <a:endParaRPr lang="en-US"/>
        </a:p>
      </dgm:t>
    </dgm:pt>
    <dgm:pt modelId="{DEE76990-56E7-46A5-9D56-A52A1A333679}" type="sibTrans" cxnId="{97F1D852-2537-4231-8AD9-118F46089B9F}">
      <dgm:prSet/>
      <dgm:spPr/>
      <dgm:t>
        <a:bodyPr/>
        <a:lstStyle/>
        <a:p>
          <a:endParaRPr lang="en-US"/>
        </a:p>
      </dgm:t>
    </dgm:pt>
    <dgm:pt modelId="{369DEFB4-1BCC-430D-8BDB-718A815DFB86}">
      <dgm:prSet/>
      <dgm:spPr/>
      <dgm:t>
        <a:bodyPr/>
        <a:lstStyle/>
        <a:p>
          <a:r>
            <a:rPr lang="en-US" b="0" i="0" baseline="0"/>
            <a:t>JavaScript adds interactivity</a:t>
          </a:r>
          <a:endParaRPr lang="en-US"/>
        </a:p>
      </dgm:t>
    </dgm:pt>
    <dgm:pt modelId="{5B507F0B-E3AB-4E40-948E-BFFDB8136EDF}" type="parTrans" cxnId="{E165A564-75C1-4F71-9A8B-43F79251FD75}">
      <dgm:prSet/>
      <dgm:spPr/>
      <dgm:t>
        <a:bodyPr/>
        <a:lstStyle/>
        <a:p>
          <a:endParaRPr lang="en-US"/>
        </a:p>
      </dgm:t>
    </dgm:pt>
    <dgm:pt modelId="{86EF864A-597A-4341-8A07-B86ADF8DD60D}" type="sibTrans" cxnId="{E165A564-75C1-4F71-9A8B-43F79251FD75}">
      <dgm:prSet/>
      <dgm:spPr/>
      <dgm:t>
        <a:bodyPr/>
        <a:lstStyle/>
        <a:p>
          <a:endParaRPr lang="en-US"/>
        </a:p>
      </dgm:t>
    </dgm:pt>
    <dgm:pt modelId="{3CEF281D-9390-4BBC-84B0-869FE2F97A31}">
      <dgm:prSet/>
      <dgm:spPr/>
      <dgm:t>
        <a:bodyPr/>
        <a:lstStyle/>
        <a:p>
          <a:r>
            <a:rPr lang="en-US" b="0" i="0" baseline="0"/>
            <a:t>Form validation improves user input handling</a:t>
          </a:r>
          <a:endParaRPr lang="en-US"/>
        </a:p>
      </dgm:t>
    </dgm:pt>
    <dgm:pt modelId="{117F96DA-9C6B-40A5-84F6-41C2A4A853CE}" type="parTrans" cxnId="{B343C8B5-4F3F-4C4D-98B3-883400DB7AFF}">
      <dgm:prSet/>
      <dgm:spPr/>
      <dgm:t>
        <a:bodyPr/>
        <a:lstStyle/>
        <a:p>
          <a:endParaRPr lang="en-US"/>
        </a:p>
      </dgm:t>
    </dgm:pt>
    <dgm:pt modelId="{AAAFB6E0-C982-4E31-B174-A3B7A00930B7}" type="sibTrans" cxnId="{B343C8B5-4F3F-4C4D-98B3-883400DB7AFF}">
      <dgm:prSet/>
      <dgm:spPr/>
      <dgm:t>
        <a:bodyPr/>
        <a:lstStyle/>
        <a:p>
          <a:endParaRPr lang="en-US"/>
        </a:p>
      </dgm:t>
    </dgm:pt>
    <dgm:pt modelId="{283E95DA-6E19-4B37-8A5F-DE424452A52A}">
      <dgm:prSet/>
      <dgm:spPr/>
      <dgm:t>
        <a:bodyPr/>
        <a:lstStyle/>
        <a:p>
          <a:r>
            <a:rPr lang="en-US" b="0" i="0" baseline="0"/>
            <a:t>Event handling responds to user actions</a:t>
          </a:r>
          <a:endParaRPr lang="en-US"/>
        </a:p>
      </dgm:t>
    </dgm:pt>
    <dgm:pt modelId="{6D8BB996-8731-4934-A520-4806D23CF161}" type="parTrans" cxnId="{996E818C-A3E4-41C3-A92D-C9EE3EED7F58}">
      <dgm:prSet/>
      <dgm:spPr/>
      <dgm:t>
        <a:bodyPr/>
        <a:lstStyle/>
        <a:p>
          <a:endParaRPr lang="en-US"/>
        </a:p>
      </dgm:t>
    </dgm:pt>
    <dgm:pt modelId="{F70E2762-30D9-4793-8565-189355D3E4CB}" type="sibTrans" cxnId="{996E818C-A3E4-41C3-A92D-C9EE3EED7F58}">
      <dgm:prSet/>
      <dgm:spPr/>
      <dgm:t>
        <a:bodyPr/>
        <a:lstStyle/>
        <a:p>
          <a:endParaRPr lang="en-US"/>
        </a:p>
      </dgm:t>
    </dgm:pt>
    <dgm:pt modelId="{7719EE3F-8D34-4562-9BE4-76C17FF7428E}">
      <dgm:prSet/>
      <dgm:spPr/>
      <dgm:t>
        <a:bodyPr/>
        <a:lstStyle/>
        <a:p>
          <a:r>
            <a:rPr lang="en-US" b="0" i="0" baseline="0"/>
            <a:t>Code is organised into separate files</a:t>
          </a:r>
          <a:endParaRPr lang="en-US"/>
        </a:p>
      </dgm:t>
    </dgm:pt>
    <dgm:pt modelId="{CAFDAADB-5988-4CFF-9BF3-6E317EF2409D}" type="parTrans" cxnId="{A01EC04D-E821-4E53-A9A0-669F33A3F2B5}">
      <dgm:prSet/>
      <dgm:spPr/>
      <dgm:t>
        <a:bodyPr/>
        <a:lstStyle/>
        <a:p>
          <a:endParaRPr lang="en-US"/>
        </a:p>
      </dgm:t>
    </dgm:pt>
    <dgm:pt modelId="{45D19789-F282-4F18-AD06-D729A142B487}" type="sibTrans" cxnId="{A01EC04D-E821-4E53-A9A0-669F33A3F2B5}">
      <dgm:prSet/>
      <dgm:spPr/>
      <dgm:t>
        <a:bodyPr/>
        <a:lstStyle/>
        <a:p>
          <a:endParaRPr lang="en-US"/>
        </a:p>
      </dgm:t>
    </dgm:pt>
    <dgm:pt modelId="{C4817A95-6881-4563-9449-54EBE4CF8437}">
      <dgm:prSet/>
      <dgm:spPr/>
      <dgm:t>
        <a:bodyPr/>
        <a:lstStyle/>
        <a:p>
          <a:r>
            <a:rPr lang="en-US" b="0" i="0" baseline="0"/>
            <a:t>Technologies are used according to best practices</a:t>
          </a:r>
          <a:endParaRPr lang="en-US"/>
        </a:p>
      </dgm:t>
    </dgm:pt>
    <dgm:pt modelId="{DC05F06B-176D-4F5C-A347-F3F30E4DE504}" type="parTrans" cxnId="{9D317034-7613-4256-BDBD-F018A9668598}">
      <dgm:prSet/>
      <dgm:spPr/>
      <dgm:t>
        <a:bodyPr/>
        <a:lstStyle/>
        <a:p>
          <a:endParaRPr lang="en-US"/>
        </a:p>
      </dgm:t>
    </dgm:pt>
    <dgm:pt modelId="{5DE9303D-A5E5-4312-874D-40CC12DB3AFD}" type="sibTrans" cxnId="{9D317034-7613-4256-BDBD-F018A9668598}">
      <dgm:prSet/>
      <dgm:spPr/>
      <dgm:t>
        <a:bodyPr/>
        <a:lstStyle/>
        <a:p>
          <a:endParaRPr lang="en-US"/>
        </a:p>
      </dgm:t>
    </dgm:pt>
    <dgm:pt modelId="{9022C96D-1B63-B140-983D-C75D936356F1}" type="pres">
      <dgm:prSet presAssocID="{A0FEC8D9-4596-42D5-96D0-2903653DF298}" presName="linear" presStyleCnt="0">
        <dgm:presLayoutVars>
          <dgm:animLvl val="lvl"/>
          <dgm:resizeHandles val="exact"/>
        </dgm:presLayoutVars>
      </dgm:prSet>
      <dgm:spPr/>
    </dgm:pt>
    <dgm:pt modelId="{39438E43-5391-6648-8EAA-9A4C8510FF7F}" type="pres">
      <dgm:prSet presAssocID="{78A94227-85EF-4B61-B35D-0C535FFB6191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902AEDF3-E492-4E41-9B22-EDD7A0740477}" type="pres">
      <dgm:prSet presAssocID="{8DD6DEDD-3C5F-47B6-8B06-43DF2AAF7283}" presName="spacer" presStyleCnt="0"/>
      <dgm:spPr/>
    </dgm:pt>
    <dgm:pt modelId="{583E53B3-E05A-3949-A9CF-423AC3F12BCA}" type="pres">
      <dgm:prSet presAssocID="{BBF03149-5D6D-40E1-86CD-190AAC5EEB0C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DA209E85-B3F7-C946-B5E7-DCB5DA8FB4F9}" type="pres">
      <dgm:prSet presAssocID="{0CB93660-37C1-4A43-8673-E2986365061A}" presName="spacer" presStyleCnt="0"/>
      <dgm:spPr/>
    </dgm:pt>
    <dgm:pt modelId="{AA619B9D-5CA2-7E4D-93D6-F40B627728AE}" type="pres">
      <dgm:prSet presAssocID="{809ABF95-7114-4CB0-AA78-EC40F2FE3FD0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0169FA90-98CA-C24E-9931-00F980673466}" type="pres">
      <dgm:prSet presAssocID="{731B1B2F-0068-4CEA-B16E-95D9474E294C}" presName="spacer" presStyleCnt="0"/>
      <dgm:spPr/>
    </dgm:pt>
    <dgm:pt modelId="{D0E901B9-C3EC-E142-8136-EB6F83BDFB24}" type="pres">
      <dgm:prSet presAssocID="{8D1211BA-5EA0-4A7D-9671-0F9325C18557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E19A6593-FC18-7741-B76A-9479D354905F}" type="pres">
      <dgm:prSet presAssocID="{4636AE54-7BFF-4CE3-85B8-DA255F0AFCF9}" presName="spacer" presStyleCnt="0"/>
      <dgm:spPr/>
    </dgm:pt>
    <dgm:pt modelId="{26E346B5-D17A-E94D-B41B-1DE9A272083D}" type="pres">
      <dgm:prSet presAssocID="{852817F7-35E4-45D9-B467-37FCAB4E56F0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A808B0AC-0BAD-FD4E-B1A3-2271A0800A71}" type="pres">
      <dgm:prSet presAssocID="{DEE76990-56E7-46A5-9D56-A52A1A333679}" presName="spacer" presStyleCnt="0"/>
      <dgm:spPr/>
    </dgm:pt>
    <dgm:pt modelId="{8B10BF94-70F1-124A-B34A-9A185A8508A2}" type="pres">
      <dgm:prSet presAssocID="{369DEFB4-1BCC-430D-8BDB-718A815DFB86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86E7B31A-677A-954B-96D0-960F902426F3}" type="pres">
      <dgm:prSet presAssocID="{86EF864A-597A-4341-8A07-B86ADF8DD60D}" presName="spacer" presStyleCnt="0"/>
      <dgm:spPr/>
    </dgm:pt>
    <dgm:pt modelId="{717EEFC2-8B91-2847-A699-BC5CF05C7B85}" type="pres">
      <dgm:prSet presAssocID="{3CEF281D-9390-4BBC-84B0-869FE2F97A31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D3521415-99E1-2643-BB62-3D555AB9217C}" type="pres">
      <dgm:prSet presAssocID="{AAAFB6E0-C982-4E31-B174-A3B7A00930B7}" presName="spacer" presStyleCnt="0"/>
      <dgm:spPr/>
    </dgm:pt>
    <dgm:pt modelId="{E8118BC3-F1B9-BD48-888B-60B7CF35EA0C}" type="pres">
      <dgm:prSet presAssocID="{283E95DA-6E19-4B37-8A5F-DE424452A52A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17E39831-28AB-8A46-B300-1315F97EF80A}" type="pres">
      <dgm:prSet presAssocID="{F70E2762-30D9-4793-8565-189355D3E4CB}" presName="spacer" presStyleCnt="0"/>
      <dgm:spPr/>
    </dgm:pt>
    <dgm:pt modelId="{7A01F19D-E473-BE44-8BEE-66593F43961D}" type="pres">
      <dgm:prSet presAssocID="{7719EE3F-8D34-4562-9BE4-76C17FF7428E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CE2362C9-01D7-7549-8297-BD4A85E01494}" type="pres">
      <dgm:prSet presAssocID="{45D19789-F282-4F18-AD06-D729A142B487}" presName="spacer" presStyleCnt="0"/>
      <dgm:spPr/>
    </dgm:pt>
    <dgm:pt modelId="{ED054718-9DF7-874B-9E3C-C4BBB5242D6A}" type="pres">
      <dgm:prSet presAssocID="{C4817A95-6881-4563-9449-54EBE4CF8437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212D7806-F003-D84A-A1B3-18D03ECE5270}" type="presOf" srcId="{369DEFB4-1BCC-430D-8BDB-718A815DFB86}" destId="{8B10BF94-70F1-124A-B34A-9A185A8508A2}" srcOrd="0" destOrd="0" presId="urn:microsoft.com/office/officeart/2005/8/layout/vList2"/>
    <dgm:cxn modelId="{02D5A60B-B735-FA42-9B25-0C9B702D0442}" type="presOf" srcId="{8D1211BA-5EA0-4A7D-9671-0F9325C18557}" destId="{D0E901B9-C3EC-E142-8136-EB6F83BDFB24}" srcOrd="0" destOrd="0" presId="urn:microsoft.com/office/officeart/2005/8/layout/vList2"/>
    <dgm:cxn modelId="{A783700C-AFD4-334A-AD62-2B5406DF6798}" type="presOf" srcId="{283E95DA-6E19-4B37-8A5F-DE424452A52A}" destId="{E8118BC3-F1B9-BD48-888B-60B7CF35EA0C}" srcOrd="0" destOrd="0" presId="urn:microsoft.com/office/officeart/2005/8/layout/vList2"/>
    <dgm:cxn modelId="{13F8811F-E2F4-9D44-B7B4-4C5874AFF66F}" type="presOf" srcId="{78A94227-85EF-4B61-B35D-0C535FFB6191}" destId="{39438E43-5391-6648-8EAA-9A4C8510FF7F}" srcOrd="0" destOrd="0" presId="urn:microsoft.com/office/officeart/2005/8/layout/vList2"/>
    <dgm:cxn modelId="{CB3F0630-FBFB-4875-9F40-DF35CD935DFA}" srcId="{A0FEC8D9-4596-42D5-96D0-2903653DF298}" destId="{8D1211BA-5EA0-4A7D-9671-0F9325C18557}" srcOrd="3" destOrd="0" parTransId="{F329CF3E-512C-4C93-B2B0-6A33AA6EBFC4}" sibTransId="{4636AE54-7BFF-4CE3-85B8-DA255F0AFCF9}"/>
    <dgm:cxn modelId="{9D317034-7613-4256-BDBD-F018A9668598}" srcId="{A0FEC8D9-4596-42D5-96D0-2903653DF298}" destId="{C4817A95-6881-4563-9449-54EBE4CF8437}" srcOrd="9" destOrd="0" parTransId="{DC05F06B-176D-4F5C-A347-F3F30E4DE504}" sibTransId="{5DE9303D-A5E5-4312-874D-40CC12DB3AFD}"/>
    <dgm:cxn modelId="{CCB8AE35-80A3-1C48-9FB9-1EF4E0D04FEB}" type="presOf" srcId="{C4817A95-6881-4563-9449-54EBE4CF8437}" destId="{ED054718-9DF7-874B-9E3C-C4BBB5242D6A}" srcOrd="0" destOrd="0" presId="urn:microsoft.com/office/officeart/2005/8/layout/vList2"/>
    <dgm:cxn modelId="{A01EC04D-E821-4E53-A9A0-669F33A3F2B5}" srcId="{A0FEC8D9-4596-42D5-96D0-2903653DF298}" destId="{7719EE3F-8D34-4562-9BE4-76C17FF7428E}" srcOrd="8" destOrd="0" parTransId="{CAFDAADB-5988-4CFF-9BF3-6E317EF2409D}" sibTransId="{45D19789-F282-4F18-AD06-D729A142B487}"/>
    <dgm:cxn modelId="{97F1D852-2537-4231-8AD9-118F46089B9F}" srcId="{A0FEC8D9-4596-42D5-96D0-2903653DF298}" destId="{852817F7-35E4-45D9-B467-37FCAB4E56F0}" srcOrd="4" destOrd="0" parTransId="{0760BB49-5F82-40B4-8409-4FABB961D29D}" sibTransId="{DEE76990-56E7-46A5-9D56-A52A1A333679}"/>
    <dgm:cxn modelId="{08F93653-CCA3-1E4D-980E-BD681BD2E79E}" type="presOf" srcId="{A0FEC8D9-4596-42D5-96D0-2903653DF298}" destId="{9022C96D-1B63-B140-983D-C75D936356F1}" srcOrd="0" destOrd="0" presId="urn:microsoft.com/office/officeart/2005/8/layout/vList2"/>
    <dgm:cxn modelId="{E165A564-75C1-4F71-9A8B-43F79251FD75}" srcId="{A0FEC8D9-4596-42D5-96D0-2903653DF298}" destId="{369DEFB4-1BCC-430D-8BDB-718A815DFB86}" srcOrd="5" destOrd="0" parTransId="{5B507F0B-E3AB-4E40-948E-BFFDB8136EDF}" sibTransId="{86EF864A-597A-4341-8A07-B86ADF8DD60D}"/>
    <dgm:cxn modelId="{92264868-7082-438B-A4A4-A11A518EBF4C}" srcId="{A0FEC8D9-4596-42D5-96D0-2903653DF298}" destId="{809ABF95-7114-4CB0-AA78-EC40F2FE3FD0}" srcOrd="2" destOrd="0" parTransId="{56B2B1F1-653D-4C4F-B1F7-44C98D20C494}" sibTransId="{731B1B2F-0068-4CEA-B16E-95D9474E294C}"/>
    <dgm:cxn modelId="{3C8A6768-388E-490D-AB2B-639BD59439F3}" srcId="{A0FEC8D9-4596-42D5-96D0-2903653DF298}" destId="{BBF03149-5D6D-40E1-86CD-190AAC5EEB0C}" srcOrd="1" destOrd="0" parTransId="{D08933B1-EEBC-41ED-9C6D-7E69F6AAD5B9}" sibTransId="{0CB93660-37C1-4A43-8673-E2986365061A}"/>
    <dgm:cxn modelId="{ABAB5E82-B517-9D40-8123-0C56BABE7759}" type="presOf" srcId="{852817F7-35E4-45D9-B467-37FCAB4E56F0}" destId="{26E346B5-D17A-E94D-B41B-1DE9A272083D}" srcOrd="0" destOrd="0" presId="urn:microsoft.com/office/officeart/2005/8/layout/vList2"/>
    <dgm:cxn modelId="{996E818C-A3E4-41C3-A92D-C9EE3EED7F58}" srcId="{A0FEC8D9-4596-42D5-96D0-2903653DF298}" destId="{283E95DA-6E19-4B37-8A5F-DE424452A52A}" srcOrd="7" destOrd="0" parTransId="{6D8BB996-8731-4934-A520-4806D23CF161}" sibTransId="{F70E2762-30D9-4793-8565-189355D3E4CB}"/>
    <dgm:cxn modelId="{B31CEAA1-D0EA-334A-9665-71208BFE7C40}" type="presOf" srcId="{3CEF281D-9390-4BBC-84B0-869FE2F97A31}" destId="{717EEFC2-8B91-2847-A699-BC5CF05C7B85}" srcOrd="0" destOrd="0" presId="urn:microsoft.com/office/officeart/2005/8/layout/vList2"/>
    <dgm:cxn modelId="{B21492A5-6E60-A847-9B71-20EE0AD707C6}" type="presOf" srcId="{809ABF95-7114-4CB0-AA78-EC40F2FE3FD0}" destId="{AA619B9D-5CA2-7E4D-93D6-F40B627728AE}" srcOrd="0" destOrd="0" presId="urn:microsoft.com/office/officeart/2005/8/layout/vList2"/>
    <dgm:cxn modelId="{157680AF-3422-E24B-A5CB-502C6C18CA11}" type="presOf" srcId="{BBF03149-5D6D-40E1-86CD-190AAC5EEB0C}" destId="{583E53B3-E05A-3949-A9CF-423AC3F12BCA}" srcOrd="0" destOrd="0" presId="urn:microsoft.com/office/officeart/2005/8/layout/vList2"/>
    <dgm:cxn modelId="{B343C8B5-4F3F-4C4D-98B3-883400DB7AFF}" srcId="{A0FEC8D9-4596-42D5-96D0-2903653DF298}" destId="{3CEF281D-9390-4BBC-84B0-869FE2F97A31}" srcOrd="6" destOrd="0" parTransId="{117F96DA-9C6B-40A5-84F6-41C2A4A853CE}" sibTransId="{AAAFB6E0-C982-4E31-B174-A3B7A00930B7}"/>
    <dgm:cxn modelId="{123595DC-D5F9-4174-BF47-60F0B7341E6B}" srcId="{A0FEC8D9-4596-42D5-96D0-2903653DF298}" destId="{78A94227-85EF-4B61-B35D-0C535FFB6191}" srcOrd="0" destOrd="0" parTransId="{61CEF4EB-4EB3-439C-B994-1F53A3E0022B}" sibTransId="{8DD6DEDD-3C5F-47B6-8B06-43DF2AAF7283}"/>
    <dgm:cxn modelId="{6190ECED-AA49-144A-B70D-85B1F8851BDC}" type="presOf" srcId="{7719EE3F-8D34-4562-9BE4-76C17FF7428E}" destId="{7A01F19D-E473-BE44-8BEE-66593F43961D}" srcOrd="0" destOrd="0" presId="urn:microsoft.com/office/officeart/2005/8/layout/vList2"/>
    <dgm:cxn modelId="{9FF67A89-DB72-9C48-AC22-D503AF5965E7}" type="presParOf" srcId="{9022C96D-1B63-B140-983D-C75D936356F1}" destId="{39438E43-5391-6648-8EAA-9A4C8510FF7F}" srcOrd="0" destOrd="0" presId="urn:microsoft.com/office/officeart/2005/8/layout/vList2"/>
    <dgm:cxn modelId="{6DFB6850-4792-CA4D-993A-84B60958D9D0}" type="presParOf" srcId="{9022C96D-1B63-B140-983D-C75D936356F1}" destId="{902AEDF3-E492-4E41-9B22-EDD7A0740477}" srcOrd="1" destOrd="0" presId="urn:microsoft.com/office/officeart/2005/8/layout/vList2"/>
    <dgm:cxn modelId="{4E9B391C-858B-014B-85D0-443F130B0CCE}" type="presParOf" srcId="{9022C96D-1B63-B140-983D-C75D936356F1}" destId="{583E53B3-E05A-3949-A9CF-423AC3F12BCA}" srcOrd="2" destOrd="0" presId="urn:microsoft.com/office/officeart/2005/8/layout/vList2"/>
    <dgm:cxn modelId="{54E9EB95-8EB6-644C-ACAB-41DC038B3EE4}" type="presParOf" srcId="{9022C96D-1B63-B140-983D-C75D936356F1}" destId="{DA209E85-B3F7-C946-B5E7-DCB5DA8FB4F9}" srcOrd="3" destOrd="0" presId="urn:microsoft.com/office/officeart/2005/8/layout/vList2"/>
    <dgm:cxn modelId="{8439B604-9A28-5947-8C38-2082C8B8A3DD}" type="presParOf" srcId="{9022C96D-1B63-B140-983D-C75D936356F1}" destId="{AA619B9D-5CA2-7E4D-93D6-F40B627728AE}" srcOrd="4" destOrd="0" presId="urn:microsoft.com/office/officeart/2005/8/layout/vList2"/>
    <dgm:cxn modelId="{D3536357-3A3C-8143-B22F-A2950B4683AC}" type="presParOf" srcId="{9022C96D-1B63-B140-983D-C75D936356F1}" destId="{0169FA90-98CA-C24E-9931-00F980673466}" srcOrd="5" destOrd="0" presId="urn:microsoft.com/office/officeart/2005/8/layout/vList2"/>
    <dgm:cxn modelId="{3020B8CC-F122-2448-B8F0-6C2D05FE2D13}" type="presParOf" srcId="{9022C96D-1B63-B140-983D-C75D936356F1}" destId="{D0E901B9-C3EC-E142-8136-EB6F83BDFB24}" srcOrd="6" destOrd="0" presId="urn:microsoft.com/office/officeart/2005/8/layout/vList2"/>
    <dgm:cxn modelId="{093D04D9-13E4-C841-9683-FB0CD323DE9D}" type="presParOf" srcId="{9022C96D-1B63-B140-983D-C75D936356F1}" destId="{E19A6593-FC18-7741-B76A-9479D354905F}" srcOrd="7" destOrd="0" presId="urn:microsoft.com/office/officeart/2005/8/layout/vList2"/>
    <dgm:cxn modelId="{2587B2B9-0610-A747-BA7E-45CF5D5BF9BC}" type="presParOf" srcId="{9022C96D-1B63-B140-983D-C75D936356F1}" destId="{26E346B5-D17A-E94D-B41B-1DE9A272083D}" srcOrd="8" destOrd="0" presId="urn:microsoft.com/office/officeart/2005/8/layout/vList2"/>
    <dgm:cxn modelId="{4BAB5D99-7671-6F4C-9D5D-4968B5B968B1}" type="presParOf" srcId="{9022C96D-1B63-B140-983D-C75D936356F1}" destId="{A808B0AC-0BAD-FD4E-B1A3-2271A0800A71}" srcOrd="9" destOrd="0" presId="urn:microsoft.com/office/officeart/2005/8/layout/vList2"/>
    <dgm:cxn modelId="{66384CFD-DEE1-D848-8A1B-9663A305700D}" type="presParOf" srcId="{9022C96D-1B63-B140-983D-C75D936356F1}" destId="{8B10BF94-70F1-124A-B34A-9A185A8508A2}" srcOrd="10" destOrd="0" presId="urn:microsoft.com/office/officeart/2005/8/layout/vList2"/>
    <dgm:cxn modelId="{B11B0CBB-A549-0547-8090-949B7022B69C}" type="presParOf" srcId="{9022C96D-1B63-B140-983D-C75D936356F1}" destId="{86E7B31A-677A-954B-96D0-960F902426F3}" srcOrd="11" destOrd="0" presId="urn:microsoft.com/office/officeart/2005/8/layout/vList2"/>
    <dgm:cxn modelId="{82526701-D983-B042-A696-2EBD882B1DF4}" type="presParOf" srcId="{9022C96D-1B63-B140-983D-C75D936356F1}" destId="{717EEFC2-8B91-2847-A699-BC5CF05C7B85}" srcOrd="12" destOrd="0" presId="urn:microsoft.com/office/officeart/2005/8/layout/vList2"/>
    <dgm:cxn modelId="{A311EFED-EE73-CD49-8FA2-D2FD47D4DDEC}" type="presParOf" srcId="{9022C96D-1B63-B140-983D-C75D936356F1}" destId="{D3521415-99E1-2643-BB62-3D555AB9217C}" srcOrd="13" destOrd="0" presId="urn:microsoft.com/office/officeart/2005/8/layout/vList2"/>
    <dgm:cxn modelId="{6A7C26C1-F2F5-094B-AAA8-1EEB6BF88513}" type="presParOf" srcId="{9022C96D-1B63-B140-983D-C75D936356F1}" destId="{E8118BC3-F1B9-BD48-888B-60B7CF35EA0C}" srcOrd="14" destOrd="0" presId="urn:microsoft.com/office/officeart/2005/8/layout/vList2"/>
    <dgm:cxn modelId="{6A4D1E62-3074-D743-B027-ACB386AC43DF}" type="presParOf" srcId="{9022C96D-1B63-B140-983D-C75D936356F1}" destId="{17E39831-28AB-8A46-B300-1315F97EF80A}" srcOrd="15" destOrd="0" presId="urn:microsoft.com/office/officeart/2005/8/layout/vList2"/>
    <dgm:cxn modelId="{F0F61402-9668-2142-8E34-0269397262FD}" type="presParOf" srcId="{9022C96D-1B63-B140-983D-C75D936356F1}" destId="{7A01F19D-E473-BE44-8BEE-66593F43961D}" srcOrd="16" destOrd="0" presId="urn:microsoft.com/office/officeart/2005/8/layout/vList2"/>
    <dgm:cxn modelId="{7FE8510D-4299-DB49-B7C0-8D2AC8BDA009}" type="presParOf" srcId="{9022C96D-1B63-B140-983D-C75D936356F1}" destId="{CE2362C9-01D7-7549-8297-BD4A85E01494}" srcOrd="17" destOrd="0" presId="urn:microsoft.com/office/officeart/2005/8/layout/vList2"/>
    <dgm:cxn modelId="{7296E15C-4B67-F847-B9C3-440183695D60}" type="presParOf" srcId="{9022C96D-1B63-B140-983D-C75D936356F1}" destId="{ED054718-9DF7-874B-9E3C-C4BBB5242D6A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A04970D-6823-4EA2-AF28-0F84699E46B8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87B87D2-1D18-4064-B1D6-3E77AD1E7B50}">
      <dgm:prSet/>
      <dgm:spPr/>
      <dgm:t>
        <a:bodyPr/>
        <a:lstStyle/>
        <a:p>
          <a:r>
            <a:rPr lang="en-US" b="0" i="0" baseline="0"/>
            <a:t>Semantic HTML improves screen reader support</a:t>
          </a:r>
          <a:endParaRPr lang="en-US"/>
        </a:p>
      </dgm:t>
    </dgm:pt>
    <dgm:pt modelId="{E333538C-0024-439B-B6D8-5EC95C7C7A8C}" type="parTrans" cxnId="{F13F4F54-EF37-4B84-8E52-C91118FC1C80}">
      <dgm:prSet/>
      <dgm:spPr/>
      <dgm:t>
        <a:bodyPr/>
        <a:lstStyle/>
        <a:p>
          <a:endParaRPr lang="en-US"/>
        </a:p>
      </dgm:t>
    </dgm:pt>
    <dgm:pt modelId="{6DC0FA3A-52C7-4B57-84C4-E557F56F3FB3}" type="sibTrans" cxnId="{F13F4F54-EF37-4B84-8E52-C91118FC1C80}">
      <dgm:prSet/>
      <dgm:spPr/>
      <dgm:t>
        <a:bodyPr/>
        <a:lstStyle/>
        <a:p>
          <a:endParaRPr lang="en-US"/>
        </a:p>
      </dgm:t>
    </dgm:pt>
    <dgm:pt modelId="{41A9368C-0001-4E4A-9113-3F78AFB7F997}">
      <dgm:prSet/>
      <dgm:spPr/>
      <dgm:t>
        <a:bodyPr/>
        <a:lstStyle/>
        <a:p>
          <a:r>
            <a:rPr lang="en-US" b="0" i="0" baseline="0"/>
            <a:t>Proper heading structure is maintained</a:t>
          </a:r>
          <a:endParaRPr lang="en-US"/>
        </a:p>
      </dgm:t>
    </dgm:pt>
    <dgm:pt modelId="{D54A27FB-05C6-4A98-951C-A446AA0E3444}" type="parTrans" cxnId="{3D4EAE4F-D784-4A37-AC99-3D16B4F652EF}">
      <dgm:prSet/>
      <dgm:spPr/>
      <dgm:t>
        <a:bodyPr/>
        <a:lstStyle/>
        <a:p>
          <a:endParaRPr lang="en-US"/>
        </a:p>
      </dgm:t>
    </dgm:pt>
    <dgm:pt modelId="{E8C2D66E-D658-466B-9230-04C5A9D3121F}" type="sibTrans" cxnId="{3D4EAE4F-D784-4A37-AC99-3D16B4F652EF}">
      <dgm:prSet/>
      <dgm:spPr/>
      <dgm:t>
        <a:bodyPr/>
        <a:lstStyle/>
        <a:p>
          <a:endParaRPr lang="en-US"/>
        </a:p>
      </dgm:t>
    </dgm:pt>
    <dgm:pt modelId="{67AA2892-3EA0-4487-A78B-197DC27C7BBF}">
      <dgm:prSet/>
      <dgm:spPr/>
      <dgm:t>
        <a:bodyPr/>
        <a:lstStyle/>
        <a:p>
          <a:r>
            <a:rPr lang="en-US" b="0" i="0" baseline="0"/>
            <a:t>Colour contrast supports readability</a:t>
          </a:r>
          <a:endParaRPr lang="en-US"/>
        </a:p>
      </dgm:t>
    </dgm:pt>
    <dgm:pt modelId="{934F53C8-89B4-4021-AABC-E41DF62C3DB2}" type="parTrans" cxnId="{9F651EE5-8E2F-4EEC-BA1C-4B23F444F7AF}">
      <dgm:prSet/>
      <dgm:spPr/>
      <dgm:t>
        <a:bodyPr/>
        <a:lstStyle/>
        <a:p>
          <a:endParaRPr lang="en-US"/>
        </a:p>
      </dgm:t>
    </dgm:pt>
    <dgm:pt modelId="{20693B28-B073-47BB-8DA7-0634F1518BD9}" type="sibTrans" cxnId="{9F651EE5-8E2F-4EEC-BA1C-4B23F444F7AF}">
      <dgm:prSet/>
      <dgm:spPr/>
      <dgm:t>
        <a:bodyPr/>
        <a:lstStyle/>
        <a:p>
          <a:endParaRPr lang="en-US"/>
        </a:p>
      </dgm:t>
    </dgm:pt>
    <dgm:pt modelId="{4056800C-F945-4269-8F11-BD1CB4CE10DC}">
      <dgm:prSet/>
      <dgm:spPr/>
      <dgm:t>
        <a:bodyPr/>
        <a:lstStyle/>
        <a:p>
          <a:r>
            <a:rPr lang="en-US" b="0" i="0" baseline="0"/>
            <a:t>Labels are used in forms</a:t>
          </a:r>
          <a:endParaRPr lang="en-US"/>
        </a:p>
      </dgm:t>
    </dgm:pt>
    <dgm:pt modelId="{1C0393B4-C802-4B4A-AF81-937BB6942ACB}" type="parTrans" cxnId="{F47EA40F-FF0D-486E-B76C-68E172F5777B}">
      <dgm:prSet/>
      <dgm:spPr/>
      <dgm:t>
        <a:bodyPr/>
        <a:lstStyle/>
        <a:p>
          <a:endParaRPr lang="en-US"/>
        </a:p>
      </dgm:t>
    </dgm:pt>
    <dgm:pt modelId="{71BCAC73-52B8-444B-9DDF-C52223EF73F2}" type="sibTrans" cxnId="{F47EA40F-FF0D-486E-B76C-68E172F5777B}">
      <dgm:prSet/>
      <dgm:spPr/>
      <dgm:t>
        <a:bodyPr/>
        <a:lstStyle/>
        <a:p>
          <a:endParaRPr lang="en-US"/>
        </a:p>
      </dgm:t>
    </dgm:pt>
    <dgm:pt modelId="{8F476192-7EED-4CCF-BF5C-897AABD44B58}">
      <dgm:prSet/>
      <dgm:spPr/>
      <dgm:t>
        <a:bodyPr/>
        <a:lstStyle/>
        <a:p>
          <a:r>
            <a:rPr lang="en-US" b="0" i="0" baseline="0"/>
            <a:t>Responsive design adapts to screen sizes</a:t>
          </a:r>
          <a:endParaRPr lang="en-US"/>
        </a:p>
      </dgm:t>
    </dgm:pt>
    <dgm:pt modelId="{9BA97BA0-AA2D-46BD-964A-52A175185B51}" type="parTrans" cxnId="{FEB0C4A8-AD37-47AB-9D1A-8DD4DF74BE0F}">
      <dgm:prSet/>
      <dgm:spPr/>
      <dgm:t>
        <a:bodyPr/>
        <a:lstStyle/>
        <a:p>
          <a:endParaRPr lang="en-US"/>
        </a:p>
      </dgm:t>
    </dgm:pt>
    <dgm:pt modelId="{CF179800-9BBD-40AB-BC12-0BB88E8F1C12}" type="sibTrans" cxnId="{FEB0C4A8-AD37-47AB-9D1A-8DD4DF74BE0F}">
      <dgm:prSet/>
      <dgm:spPr/>
      <dgm:t>
        <a:bodyPr/>
        <a:lstStyle/>
        <a:p>
          <a:endParaRPr lang="en-US"/>
        </a:p>
      </dgm:t>
    </dgm:pt>
    <dgm:pt modelId="{83A261F8-1027-45ED-9324-567E7ADDDE63}">
      <dgm:prSet/>
      <dgm:spPr/>
      <dgm:t>
        <a:bodyPr/>
        <a:lstStyle/>
        <a:p>
          <a:r>
            <a:rPr lang="en-US" b="0" i="0" baseline="0"/>
            <a:t>Media queries adjust layout for devices</a:t>
          </a:r>
          <a:endParaRPr lang="en-US"/>
        </a:p>
      </dgm:t>
    </dgm:pt>
    <dgm:pt modelId="{AD6019EC-A433-4372-8874-1807A758A8E5}" type="parTrans" cxnId="{38B05AEB-B185-49E4-8463-89D9B2DBFCED}">
      <dgm:prSet/>
      <dgm:spPr/>
      <dgm:t>
        <a:bodyPr/>
        <a:lstStyle/>
        <a:p>
          <a:endParaRPr lang="en-US"/>
        </a:p>
      </dgm:t>
    </dgm:pt>
    <dgm:pt modelId="{193E662D-3C7E-421D-AFCB-6C552594EDC5}" type="sibTrans" cxnId="{38B05AEB-B185-49E4-8463-89D9B2DBFCED}">
      <dgm:prSet/>
      <dgm:spPr/>
      <dgm:t>
        <a:bodyPr/>
        <a:lstStyle/>
        <a:p>
          <a:endParaRPr lang="en-US"/>
        </a:p>
      </dgm:t>
    </dgm:pt>
    <dgm:pt modelId="{0FFBB536-07A4-41A6-8A8E-6F3AD4F27656}">
      <dgm:prSet/>
      <dgm:spPr/>
      <dgm:t>
        <a:bodyPr/>
        <a:lstStyle/>
        <a:p>
          <a:r>
            <a:rPr lang="en-US" b="0" i="0" baseline="0"/>
            <a:t>Website works on desktop and mobile</a:t>
          </a:r>
          <a:endParaRPr lang="en-US"/>
        </a:p>
      </dgm:t>
    </dgm:pt>
    <dgm:pt modelId="{232697F8-F22B-4814-9823-96976CB79752}" type="parTrans" cxnId="{4409C5D9-51E8-477A-96BC-FB698A8CDD86}">
      <dgm:prSet/>
      <dgm:spPr/>
      <dgm:t>
        <a:bodyPr/>
        <a:lstStyle/>
        <a:p>
          <a:endParaRPr lang="en-US"/>
        </a:p>
      </dgm:t>
    </dgm:pt>
    <dgm:pt modelId="{C86AB4D5-C77E-4423-855F-2E308809CCAD}" type="sibTrans" cxnId="{4409C5D9-51E8-477A-96BC-FB698A8CDD86}">
      <dgm:prSet/>
      <dgm:spPr/>
      <dgm:t>
        <a:bodyPr/>
        <a:lstStyle/>
        <a:p>
          <a:endParaRPr lang="en-US"/>
        </a:p>
      </dgm:t>
    </dgm:pt>
    <dgm:pt modelId="{2FD80F7C-8FE6-4725-AC6C-15015D358C19}">
      <dgm:prSet/>
      <dgm:spPr/>
      <dgm:t>
        <a:bodyPr/>
        <a:lstStyle/>
        <a:p>
          <a:r>
            <a:rPr lang="en-US" b="0" i="0" baseline="0"/>
            <a:t>Navigation remains accessible on small screens</a:t>
          </a:r>
          <a:endParaRPr lang="en-US"/>
        </a:p>
      </dgm:t>
    </dgm:pt>
    <dgm:pt modelId="{F4C6596F-52CF-498C-BD88-52203328DA8B}" type="parTrans" cxnId="{40B21744-03CB-418A-BB58-2881017EDAE9}">
      <dgm:prSet/>
      <dgm:spPr/>
      <dgm:t>
        <a:bodyPr/>
        <a:lstStyle/>
        <a:p>
          <a:endParaRPr lang="en-US"/>
        </a:p>
      </dgm:t>
    </dgm:pt>
    <dgm:pt modelId="{DBB3182C-C980-4E80-8E56-C57F9B28683D}" type="sibTrans" cxnId="{40B21744-03CB-418A-BB58-2881017EDAE9}">
      <dgm:prSet/>
      <dgm:spPr/>
      <dgm:t>
        <a:bodyPr/>
        <a:lstStyle/>
        <a:p>
          <a:endParaRPr lang="en-US"/>
        </a:p>
      </dgm:t>
    </dgm:pt>
    <dgm:pt modelId="{9780D170-25A1-42F3-93E2-53202F3ABB0F}">
      <dgm:prSet/>
      <dgm:spPr/>
      <dgm:t>
        <a:bodyPr/>
        <a:lstStyle/>
        <a:p>
          <a:r>
            <a:rPr lang="en-US" b="0" i="0" baseline="0"/>
            <a:t>Images are scaled appropriately</a:t>
          </a:r>
          <a:endParaRPr lang="en-US"/>
        </a:p>
      </dgm:t>
    </dgm:pt>
    <dgm:pt modelId="{BA8D6778-3987-44AA-B71A-2E81BB122E88}" type="parTrans" cxnId="{BBA1B2C7-A2A3-4419-BAA8-BC4269BFC512}">
      <dgm:prSet/>
      <dgm:spPr/>
      <dgm:t>
        <a:bodyPr/>
        <a:lstStyle/>
        <a:p>
          <a:endParaRPr lang="en-US"/>
        </a:p>
      </dgm:t>
    </dgm:pt>
    <dgm:pt modelId="{C7A4E70C-FF31-4224-8985-6BB8B12BFA1B}" type="sibTrans" cxnId="{BBA1B2C7-A2A3-4419-BAA8-BC4269BFC512}">
      <dgm:prSet/>
      <dgm:spPr/>
      <dgm:t>
        <a:bodyPr/>
        <a:lstStyle/>
        <a:p>
          <a:endParaRPr lang="en-US"/>
        </a:p>
      </dgm:t>
    </dgm:pt>
    <dgm:pt modelId="{771B006C-6492-4BF1-95D3-C1A2C9CC1F90}">
      <dgm:prSet/>
      <dgm:spPr/>
      <dgm:t>
        <a:bodyPr/>
        <a:lstStyle/>
        <a:p>
          <a:r>
            <a:rPr lang="en-US" b="0" i="0" baseline="0"/>
            <a:t>Inclusive design principles are applied</a:t>
          </a:r>
          <a:endParaRPr lang="en-US"/>
        </a:p>
      </dgm:t>
    </dgm:pt>
    <dgm:pt modelId="{C6659A77-DA88-4720-B797-A1485B232975}" type="parTrans" cxnId="{730D3C2A-B530-41D1-8290-94E791B01695}">
      <dgm:prSet/>
      <dgm:spPr/>
      <dgm:t>
        <a:bodyPr/>
        <a:lstStyle/>
        <a:p>
          <a:endParaRPr lang="en-US"/>
        </a:p>
      </dgm:t>
    </dgm:pt>
    <dgm:pt modelId="{BC37E3DD-119F-41D9-8DEE-41EBB3F056DD}" type="sibTrans" cxnId="{730D3C2A-B530-41D1-8290-94E791B01695}">
      <dgm:prSet/>
      <dgm:spPr/>
      <dgm:t>
        <a:bodyPr/>
        <a:lstStyle/>
        <a:p>
          <a:endParaRPr lang="en-US"/>
        </a:p>
      </dgm:t>
    </dgm:pt>
    <dgm:pt modelId="{513FADCC-11CE-674F-B342-A670341C87A0}" type="pres">
      <dgm:prSet presAssocID="{FA04970D-6823-4EA2-AF28-0F84699E46B8}" presName="vert0" presStyleCnt="0">
        <dgm:presLayoutVars>
          <dgm:dir/>
          <dgm:animOne val="branch"/>
          <dgm:animLvl val="lvl"/>
        </dgm:presLayoutVars>
      </dgm:prSet>
      <dgm:spPr/>
    </dgm:pt>
    <dgm:pt modelId="{EFFF4D50-0343-D84A-BCEE-60C540802A15}" type="pres">
      <dgm:prSet presAssocID="{687B87D2-1D18-4064-B1D6-3E77AD1E7B50}" presName="thickLine" presStyleLbl="alignNode1" presStyleIdx="0" presStyleCnt="10"/>
      <dgm:spPr/>
    </dgm:pt>
    <dgm:pt modelId="{5B5E0343-69B0-6A4F-9A1F-A4A40C85944B}" type="pres">
      <dgm:prSet presAssocID="{687B87D2-1D18-4064-B1D6-3E77AD1E7B50}" presName="horz1" presStyleCnt="0"/>
      <dgm:spPr/>
    </dgm:pt>
    <dgm:pt modelId="{7E789644-7E24-F543-B409-5C6ECF0CF724}" type="pres">
      <dgm:prSet presAssocID="{687B87D2-1D18-4064-B1D6-3E77AD1E7B50}" presName="tx1" presStyleLbl="revTx" presStyleIdx="0" presStyleCnt="10"/>
      <dgm:spPr/>
    </dgm:pt>
    <dgm:pt modelId="{0FF4BBB4-DAF1-C043-BCB3-A1BFB8D3801B}" type="pres">
      <dgm:prSet presAssocID="{687B87D2-1D18-4064-B1D6-3E77AD1E7B50}" presName="vert1" presStyleCnt="0"/>
      <dgm:spPr/>
    </dgm:pt>
    <dgm:pt modelId="{323877DC-1A8F-9542-803A-ED36415E7BA1}" type="pres">
      <dgm:prSet presAssocID="{41A9368C-0001-4E4A-9113-3F78AFB7F997}" presName="thickLine" presStyleLbl="alignNode1" presStyleIdx="1" presStyleCnt="10"/>
      <dgm:spPr/>
    </dgm:pt>
    <dgm:pt modelId="{4F1ABA5D-A431-5E4E-B0EF-8BEB0DD6C747}" type="pres">
      <dgm:prSet presAssocID="{41A9368C-0001-4E4A-9113-3F78AFB7F997}" presName="horz1" presStyleCnt="0"/>
      <dgm:spPr/>
    </dgm:pt>
    <dgm:pt modelId="{420D81EA-BADD-CE43-A070-49A1535AC6B5}" type="pres">
      <dgm:prSet presAssocID="{41A9368C-0001-4E4A-9113-3F78AFB7F997}" presName="tx1" presStyleLbl="revTx" presStyleIdx="1" presStyleCnt="10"/>
      <dgm:spPr/>
    </dgm:pt>
    <dgm:pt modelId="{9B19A79C-DB7F-C244-8C97-9BEFB73A0328}" type="pres">
      <dgm:prSet presAssocID="{41A9368C-0001-4E4A-9113-3F78AFB7F997}" presName="vert1" presStyleCnt="0"/>
      <dgm:spPr/>
    </dgm:pt>
    <dgm:pt modelId="{D4E7DF62-E27A-CB4F-A85C-3352247EA013}" type="pres">
      <dgm:prSet presAssocID="{67AA2892-3EA0-4487-A78B-197DC27C7BBF}" presName="thickLine" presStyleLbl="alignNode1" presStyleIdx="2" presStyleCnt="10"/>
      <dgm:spPr/>
    </dgm:pt>
    <dgm:pt modelId="{31864ED4-CCB6-994E-9246-3941DFA2AC4D}" type="pres">
      <dgm:prSet presAssocID="{67AA2892-3EA0-4487-A78B-197DC27C7BBF}" presName="horz1" presStyleCnt="0"/>
      <dgm:spPr/>
    </dgm:pt>
    <dgm:pt modelId="{179AEB09-A536-5446-828D-FC034EAD8325}" type="pres">
      <dgm:prSet presAssocID="{67AA2892-3EA0-4487-A78B-197DC27C7BBF}" presName="tx1" presStyleLbl="revTx" presStyleIdx="2" presStyleCnt="10"/>
      <dgm:spPr/>
    </dgm:pt>
    <dgm:pt modelId="{D98546CB-0BBC-EE41-8E5B-5A7501E6E985}" type="pres">
      <dgm:prSet presAssocID="{67AA2892-3EA0-4487-A78B-197DC27C7BBF}" presName="vert1" presStyleCnt="0"/>
      <dgm:spPr/>
    </dgm:pt>
    <dgm:pt modelId="{BF88678F-8289-FD4C-8E0D-B57598F66DAC}" type="pres">
      <dgm:prSet presAssocID="{4056800C-F945-4269-8F11-BD1CB4CE10DC}" presName="thickLine" presStyleLbl="alignNode1" presStyleIdx="3" presStyleCnt="10"/>
      <dgm:spPr/>
    </dgm:pt>
    <dgm:pt modelId="{1B586E9B-D1F0-0742-ABF9-4742D19EC829}" type="pres">
      <dgm:prSet presAssocID="{4056800C-F945-4269-8F11-BD1CB4CE10DC}" presName="horz1" presStyleCnt="0"/>
      <dgm:spPr/>
    </dgm:pt>
    <dgm:pt modelId="{791274A2-04C9-A04F-A09C-E1B751D888D7}" type="pres">
      <dgm:prSet presAssocID="{4056800C-F945-4269-8F11-BD1CB4CE10DC}" presName="tx1" presStyleLbl="revTx" presStyleIdx="3" presStyleCnt="10"/>
      <dgm:spPr/>
    </dgm:pt>
    <dgm:pt modelId="{A5DBC2B5-6D36-2F41-ACC7-14444C35A562}" type="pres">
      <dgm:prSet presAssocID="{4056800C-F945-4269-8F11-BD1CB4CE10DC}" presName="vert1" presStyleCnt="0"/>
      <dgm:spPr/>
    </dgm:pt>
    <dgm:pt modelId="{513F2FA3-CCCF-1149-B2C9-EA87537BC68B}" type="pres">
      <dgm:prSet presAssocID="{8F476192-7EED-4CCF-BF5C-897AABD44B58}" presName="thickLine" presStyleLbl="alignNode1" presStyleIdx="4" presStyleCnt="10"/>
      <dgm:spPr/>
    </dgm:pt>
    <dgm:pt modelId="{D0053427-BF85-BC43-A1C9-2ABD7B969182}" type="pres">
      <dgm:prSet presAssocID="{8F476192-7EED-4CCF-BF5C-897AABD44B58}" presName="horz1" presStyleCnt="0"/>
      <dgm:spPr/>
    </dgm:pt>
    <dgm:pt modelId="{D175A6B5-9624-0740-B6AC-445D4AE27338}" type="pres">
      <dgm:prSet presAssocID="{8F476192-7EED-4CCF-BF5C-897AABD44B58}" presName="tx1" presStyleLbl="revTx" presStyleIdx="4" presStyleCnt="10"/>
      <dgm:spPr/>
    </dgm:pt>
    <dgm:pt modelId="{266820F9-16A1-234C-80EB-E7F6618CFBDE}" type="pres">
      <dgm:prSet presAssocID="{8F476192-7EED-4CCF-BF5C-897AABD44B58}" presName="vert1" presStyleCnt="0"/>
      <dgm:spPr/>
    </dgm:pt>
    <dgm:pt modelId="{0D607938-7EB3-5440-AFF6-C5FF6D70F882}" type="pres">
      <dgm:prSet presAssocID="{83A261F8-1027-45ED-9324-567E7ADDDE63}" presName="thickLine" presStyleLbl="alignNode1" presStyleIdx="5" presStyleCnt="10"/>
      <dgm:spPr/>
    </dgm:pt>
    <dgm:pt modelId="{1073C0FB-C75E-5041-AF02-5F77A27596B4}" type="pres">
      <dgm:prSet presAssocID="{83A261F8-1027-45ED-9324-567E7ADDDE63}" presName="horz1" presStyleCnt="0"/>
      <dgm:spPr/>
    </dgm:pt>
    <dgm:pt modelId="{5C74DB67-E810-494A-93E4-6A17700B390F}" type="pres">
      <dgm:prSet presAssocID="{83A261F8-1027-45ED-9324-567E7ADDDE63}" presName="tx1" presStyleLbl="revTx" presStyleIdx="5" presStyleCnt="10"/>
      <dgm:spPr/>
    </dgm:pt>
    <dgm:pt modelId="{382D5519-05C5-3C45-901B-3FB6FB120A83}" type="pres">
      <dgm:prSet presAssocID="{83A261F8-1027-45ED-9324-567E7ADDDE63}" presName="vert1" presStyleCnt="0"/>
      <dgm:spPr/>
    </dgm:pt>
    <dgm:pt modelId="{C3414CC7-35B0-7F4C-965A-A9528B892325}" type="pres">
      <dgm:prSet presAssocID="{0FFBB536-07A4-41A6-8A8E-6F3AD4F27656}" presName="thickLine" presStyleLbl="alignNode1" presStyleIdx="6" presStyleCnt="10"/>
      <dgm:spPr/>
    </dgm:pt>
    <dgm:pt modelId="{70E37D07-B771-4247-82AE-F3B21D4E6958}" type="pres">
      <dgm:prSet presAssocID="{0FFBB536-07A4-41A6-8A8E-6F3AD4F27656}" presName="horz1" presStyleCnt="0"/>
      <dgm:spPr/>
    </dgm:pt>
    <dgm:pt modelId="{01F9926A-D48C-7043-8624-E74F597AA27D}" type="pres">
      <dgm:prSet presAssocID="{0FFBB536-07A4-41A6-8A8E-6F3AD4F27656}" presName="tx1" presStyleLbl="revTx" presStyleIdx="6" presStyleCnt="10"/>
      <dgm:spPr/>
    </dgm:pt>
    <dgm:pt modelId="{8BDAC5AE-4A54-A54F-95F0-A1ADCE234933}" type="pres">
      <dgm:prSet presAssocID="{0FFBB536-07A4-41A6-8A8E-6F3AD4F27656}" presName="vert1" presStyleCnt="0"/>
      <dgm:spPr/>
    </dgm:pt>
    <dgm:pt modelId="{6EBEBF9F-CD78-AA4C-9A2D-D84615CA454A}" type="pres">
      <dgm:prSet presAssocID="{2FD80F7C-8FE6-4725-AC6C-15015D358C19}" presName="thickLine" presStyleLbl="alignNode1" presStyleIdx="7" presStyleCnt="10"/>
      <dgm:spPr/>
    </dgm:pt>
    <dgm:pt modelId="{2095EFEB-9066-E047-8A4D-730F7E30FA1D}" type="pres">
      <dgm:prSet presAssocID="{2FD80F7C-8FE6-4725-AC6C-15015D358C19}" presName="horz1" presStyleCnt="0"/>
      <dgm:spPr/>
    </dgm:pt>
    <dgm:pt modelId="{9CC033B6-5C8A-4249-9B64-3FE788CE8798}" type="pres">
      <dgm:prSet presAssocID="{2FD80F7C-8FE6-4725-AC6C-15015D358C19}" presName="tx1" presStyleLbl="revTx" presStyleIdx="7" presStyleCnt="10"/>
      <dgm:spPr/>
    </dgm:pt>
    <dgm:pt modelId="{A5288711-88A1-6E4E-9B63-9A03468E902D}" type="pres">
      <dgm:prSet presAssocID="{2FD80F7C-8FE6-4725-AC6C-15015D358C19}" presName="vert1" presStyleCnt="0"/>
      <dgm:spPr/>
    </dgm:pt>
    <dgm:pt modelId="{81DF3950-13FC-B24E-9122-60F7AE134B8A}" type="pres">
      <dgm:prSet presAssocID="{9780D170-25A1-42F3-93E2-53202F3ABB0F}" presName="thickLine" presStyleLbl="alignNode1" presStyleIdx="8" presStyleCnt="10"/>
      <dgm:spPr/>
    </dgm:pt>
    <dgm:pt modelId="{D63095D2-1F92-5E4F-9EEF-9E03124CA45E}" type="pres">
      <dgm:prSet presAssocID="{9780D170-25A1-42F3-93E2-53202F3ABB0F}" presName="horz1" presStyleCnt="0"/>
      <dgm:spPr/>
    </dgm:pt>
    <dgm:pt modelId="{EB02FE0E-933A-4C49-B9C6-6E10792D65A7}" type="pres">
      <dgm:prSet presAssocID="{9780D170-25A1-42F3-93E2-53202F3ABB0F}" presName="tx1" presStyleLbl="revTx" presStyleIdx="8" presStyleCnt="10"/>
      <dgm:spPr/>
    </dgm:pt>
    <dgm:pt modelId="{FEF55180-8F04-6740-8694-AB11D46A3D69}" type="pres">
      <dgm:prSet presAssocID="{9780D170-25A1-42F3-93E2-53202F3ABB0F}" presName="vert1" presStyleCnt="0"/>
      <dgm:spPr/>
    </dgm:pt>
    <dgm:pt modelId="{D6F64E2A-3DC9-9845-AB34-3D3F60837624}" type="pres">
      <dgm:prSet presAssocID="{771B006C-6492-4BF1-95D3-C1A2C9CC1F90}" presName="thickLine" presStyleLbl="alignNode1" presStyleIdx="9" presStyleCnt="10"/>
      <dgm:spPr/>
    </dgm:pt>
    <dgm:pt modelId="{2BE33CB3-1852-AD47-9808-5DA2C4C868B5}" type="pres">
      <dgm:prSet presAssocID="{771B006C-6492-4BF1-95D3-C1A2C9CC1F90}" presName="horz1" presStyleCnt="0"/>
      <dgm:spPr/>
    </dgm:pt>
    <dgm:pt modelId="{890E514B-B54C-354C-A18A-91F33E9C3373}" type="pres">
      <dgm:prSet presAssocID="{771B006C-6492-4BF1-95D3-C1A2C9CC1F90}" presName="tx1" presStyleLbl="revTx" presStyleIdx="9" presStyleCnt="10"/>
      <dgm:spPr/>
    </dgm:pt>
    <dgm:pt modelId="{4B5602FB-3E49-A242-96BB-9EFFE62A04EF}" type="pres">
      <dgm:prSet presAssocID="{771B006C-6492-4BF1-95D3-C1A2C9CC1F90}" presName="vert1" presStyleCnt="0"/>
      <dgm:spPr/>
    </dgm:pt>
  </dgm:ptLst>
  <dgm:cxnLst>
    <dgm:cxn modelId="{9A22CF00-E7CB-4748-AD6B-0C3987C01047}" type="presOf" srcId="{8F476192-7EED-4CCF-BF5C-897AABD44B58}" destId="{D175A6B5-9624-0740-B6AC-445D4AE27338}" srcOrd="0" destOrd="0" presId="urn:microsoft.com/office/officeart/2008/layout/LinedList"/>
    <dgm:cxn modelId="{F47EA40F-FF0D-486E-B76C-68E172F5777B}" srcId="{FA04970D-6823-4EA2-AF28-0F84699E46B8}" destId="{4056800C-F945-4269-8F11-BD1CB4CE10DC}" srcOrd="3" destOrd="0" parTransId="{1C0393B4-C802-4B4A-AF81-937BB6942ACB}" sibTransId="{71BCAC73-52B8-444B-9DDF-C52223EF73F2}"/>
    <dgm:cxn modelId="{53C7DB20-E851-5A47-BA43-E2B3D1C0D00B}" type="presOf" srcId="{4056800C-F945-4269-8F11-BD1CB4CE10DC}" destId="{791274A2-04C9-A04F-A09C-E1B751D888D7}" srcOrd="0" destOrd="0" presId="urn:microsoft.com/office/officeart/2008/layout/LinedList"/>
    <dgm:cxn modelId="{730D3C2A-B530-41D1-8290-94E791B01695}" srcId="{FA04970D-6823-4EA2-AF28-0F84699E46B8}" destId="{771B006C-6492-4BF1-95D3-C1A2C9CC1F90}" srcOrd="9" destOrd="0" parTransId="{C6659A77-DA88-4720-B797-A1485B232975}" sibTransId="{BC37E3DD-119F-41D9-8DEE-41EBB3F056DD}"/>
    <dgm:cxn modelId="{2828EB35-586B-DD46-B42D-15FEAEC884A8}" type="presOf" srcId="{771B006C-6492-4BF1-95D3-C1A2C9CC1F90}" destId="{890E514B-B54C-354C-A18A-91F33E9C3373}" srcOrd="0" destOrd="0" presId="urn:microsoft.com/office/officeart/2008/layout/LinedList"/>
    <dgm:cxn modelId="{40B21744-03CB-418A-BB58-2881017EDAE9}" srcId="{FA04970D-6823-4EA2-AF28-0F84699E46B8}" destId="{2FD80F7C-8FE6-4725-AC6C-15015D358C19}" srcOrd="7" destOrd="0" parTransId="{F4C6596F-52CF-498C-BD88-52203328DA8B}" sibTransId="{DBB3182C-C980-4E80-8E56-C57F9B28683D}"/>
    <dgm:cxn modelId="{9F07C548-2C54-D548-86D5-01664D9C3673}" type="presOf" srcId="{2FD80F7C-8FE6-4725-AC6C-15015D358C19}" destId="{9CC033B6-5C8A-4249-9B64-3FE788CE8798}" srcOrd="0" destOrd="0" presId="urn:microsoft.com/office/officeart/2008/layout/LinedList"/>
    <dgm:cxn modelId="{3D4EAE4F-D784-4A37-AC99-3D16B4F652EF}" srcId="{FA04970D-6823-4EA2-AF28-0F84699E46B8}" destId="{41A9368C-0001-4E4A-9113-3F78AFB7F997}" srcOrd="1" destOrd="0" parTransId="{D54A27FB-05C6-4A98-951C-A446AA0E3444}" sibTransId="{E8C2D66E-D658-466B-9230-04C5A9D3121F}"/>
    <dgm:cxn modelId="{F13F4F54-EF37-4B84-8E52-C91118FC1C80}" srcId="{FA04970D-6823-4EA2-AF28-0F84699E46B8}" destId="{687B87D2-1D18-4064-B1D6-3E77AD1E7B50}" srcOrd="0" destOrd="0" parTransId="{E333538C-0024-439B-B6D8-5EC95C7C7A8C}" sibTransId="{6DC0FA3A-52C7-4B57-84C4-E557F56F3FB3}"/>
    <dgm:cxn modelId="{8440D35E-D264-8B4F-A9A9-47CA62EFC8E8}" type="presOf" srcId="{9780D170-25A1-42F3-93E2-53202F3ABB0F}" destId="{EB02FE0E-933A-4C49-B9C6-6E10792D65A7}" srcOrd="0" destOrd="0" presId="urn:microsoft.com/office/officeart/2008/layout/LinedList"/>
    <dgm:cxn modelId="{79984A85-15E9-A145-BD32-71E2BE4CE74F}" type="presOf" srcId="{0FFBB536-07A4-41A6-8A8E-6F3AD4F27656}" destId="{01F9926A-D48C-7043-8624-E74F597AA27D}" srcOrd="0" destOrd="0" presId="urn:microsoft.com/office/officeart/2008/layout/LinedList"/>
    <dgm:cxn modelId="{4A6BC5A0-CE7F-9E41-8267-0BFB9B132933}" type="presOf" srcId="{687B87D2-1D18-4064-B1D6-3E77AD1E7B50}" destId="{7E789644-7E24-F543-B409-5C6ECF0CF724}" srcOrd="0" destOrd="0" presId="urn:microsoft.com/office/officeart/2008/layout/LinedList"/>
    <dgm:cxn modelId="{FEB0C4A8-AD37-47AB-9D1A-8DD4DF74BE0F}" srcId="{FA04970D-6823-4EA2-AF28-0F84699E46B8}" destId="{8F476192-7EED-4CCF-BF5C-897AABD44B58}" srcOrd="4" destOrd="0" parTransId="{9BA97BA0-AA2D-46BD-964A-52A175185B51}" sibTransId="{CF179800-9BBD-40AB-BC12-0BB88E8F1C12}"/>
    <dgm:cxn modelId="{2FB06EAB-E279-BD48-A4C7-0F46326A7027}" type="presOf" srcId="{83A261F8-1027-45ED-9324-567E7ADDDE63}" destId="{5C74DB67-E810-494A-93E4-6A17700B390F}" srcOrd="0" destOrd="0" presId="urn:microsoft.com/office/officeart/2008/layout/LinedList"/>
    <dgm:cxn modelId="{0BB2DBB1-C0B7-C143-B916-71906FEADCB5}" type="presOf" srcId="{67AA2892-3EA0-4487-A78B-197DC27C7BBF}" destId="{179AEB09-A536-5446-828D-FC034EAD8325}" srcOrd="0" destOrd="0" presId="urn:microsoft.com/office/officeart/2008/layout/LinedList"/>
    <dgm:cxn modelId="{BBA1B2C7-A2A3-4419-BAA8-BC4269BFC512}" srcId="{FA04970D-6823-4EA2-AF28-0F84699E46B8}" destId="{9780D170-25A1-42F3-93E2-53202F3ABB0F}" srcOrd="8" destOrd="0" parTransId="{BA8D6778-3987-44AA-B71A-2E81BB122E88}" sibTransId="{C7A4E70C-FF31-4224-8985-6BB8B12BFA1B}"/>
    <dgm:cxn modelId="{4409C5D9-51E8-477A-96BC-FB698A8CDD86}" srcId="{FA04970D-6823-4EA2-AF28-0F84699E46B8}" destId="{0FFBB536-07A4-41A6-8A8E-6F3AD4F27656}" srcOrd="6" destOrd="0" parTransId="{232697F8-F22B-4814-9823-96976CB79752}" sibTransId="{C86AB4D5-C77E-4423-855F-2E308809CCAD}"/>
    <dgm:cxn modelId="{9F651EE5-8E2F-4EEC-BA1C-4B23F444F7AF}" srcId="{FA04970D-6823-4EA2-AF28-0F84699E46B8}" destId="{67AA2892-3EA0-4487-A78B-197DC27C7BBF}" srcOrd="2" destOrd="0" parTransId="{934F53C8-89B4-4021-AABC-E41DF62C3DB2}" sibTransId="{20693B28-B073-47BB-8DA7-0634F1518BD9}"/>
    <dgm:cxn modelId="{38B05AEB-B185-49E4-8463-89D9B2DBFCED}" srcId="{FA04970D-6823-4EA2-AF28-0F84699E46B8}" destId="{83A261F8-1027-45ED-9324-567E7ADDDE63}" srcOrd="5" destOrd="0" parTransId="{AD6019EC-A433-4372-8874-1807A758A8E5}" sibTransId="{193E662D-3C7E-421D-AFCB-6C552594EDC5}"/>
    <dgm:cxn modelId="{24A222EC-235A-8342-A79B-64F2D2836004}" type="presOf" srcId="{FA04970D-6823-4EA2-AF28-0F84699E46B8}" destId="{513FADCC-11CE-674F-B342-A670341C87A0}" srcOrd="0" destOrd="0" presId="urn:microsoft.com/office/officeart/2008/layout/LinedList"/>
    <dgm:cxn modelId="{5DA473F3-3E74-FA4C-AD8D-6D32FE4121D7}" type="presOf" srcId="{41A9368C-0001-4E4A-9113-3F78AFB7F997}" destId="{420D81EA-BADD-CE43-A070-49A1535AC6B5}" srcOrd="0" destOrd="0" presId="urn:microsoft.com/office/officeart/2008/layout/LinedList"/>
    <dgm:cxn modelId="{A849C04A-F8DB-964D-A640-6D055FD1A5F3}" type="presParOf" srcId="{513FADCC-11CE-674F-B342-A670341C87A0}" destId="{EFFF4D50-0343-D84A-BCEE-60C540802A15}" srcOrd="0" destOrd="0" presId="urn:microsoft.com/office/officeart/2008/layout/LinedList"/>
    <dgm:cxn modelId="{EB71D29F-A03E-B743-9A45-6797C2AA90DA}" type="presParOf" srcId="{513FADCC-11CE-674F-B342-A670341C87A0}" destId="{5B5E0343-69B0-6A4F-9A1F-A4A40C85944B}" srcOrd="1" destOrd="0" presId="urn:microsoft.com/office/officeart/2008/layout/LinedList"/>
    <dgm:cxn modelId="{3B9A4199-C794-CD48-8C89-6A787427C95A}" type="presParOf" srcId="{5B5E0343-69B0-6A4F-9A1F-A4A40C85944B}" destId="{7E789644-7E24-F543-B409-5C6ECF0CF724}" srcOrd="0" destOrd="0" presId="urn:microsoft.com/office/officeart/2008/layout/LinedList"/>
    <dgm:cxn modelId="{E611969B-2315-794E-8FB5-4C229CA59125}" type="presParOf" srcId="{5B5E0343-69B0-6A4F-9A1F-A4A40C85944B}" destId="{0FF4BBB4-DAF1-C043-BCB3-A1BFB8D3801B}" srcOrd="1" destOrd="0" presId="urn:microsoft.com/office/officeart/2008/layout/LinedList"/>
    <dgm:cxn modelId="{BB4A3CB8-C105-D24E-9ADA-21509D7476DE}" type="presParOf" srcId="{513FADCC-11CE-674F-B342-A670341C87A0}" destId="{323877DC-1A8F-9542-803A-ED36415E7BA1}" srcOrd="2" destOrd="0" presId="urn:microsoft.com/office/officeart/2008/layout/LinedList"/>
    <dgm:cxn modelId="{10D42D0C-B973-2D4B-A735-E2851ABB07A8}" type="presParOf" srcId="{513FADCC-11CE-674F-B342-A670341C87A0}" destId="{4F1ABA5D-A431-5E4E-B0EF-8BEB0DD6C747}" srcOrd="3" destOrd="0" presId="urn:microsoft.com/office/officeart/2008/layout/LinedList"/>
    <dgm:cxn modelId="{5B7C50BF-1206-7648-B1B0-DCAC64ADDDCA}" type="presParOf" srcId="{4F1ABA5D-A431-5E4E-B0EF-8BEB0DD6C747}" destId="{420D81EA-BADD-CE43-A070-49A1535AC6B5}" srcOrd="0" destOrd="0" presId="urn:microsoft.com/office/officeart/2008/layout/LinedList"/>
    <dgm:cxn modelId="{CD7D1575-B5EC-FF41-A64E-1EAC25BDE183}" type="presParOf" srcId="{4F1ABA5D-A431-5E4E-B0EF-8BEB0DD6C747}" destId="{9B19A79C-DB7F-C244-8C97-9BEFB73A0328}" srcOrd="1" destOrd="0" presId="urn:microsoft.com/office/officeart/2008/layout/LinedList"/>
    <dgm:cxn modelId="{D2A7F0CB-0220-D846-8A6C-8453AAD07D1E}" type="presParOf" srcId="{513FADCC-11CE-674F-B342-A670341C87A0}" destId="{D4E7DF62-E27A-CB4F-A85C-3352247EA013}" srcOrd="4" destOrd="0" presId="urn:microsoft.com/office/officeart/2008/layout/LinedList"/>
    <dgm:cxn modelId="{5962FEE5-B659-E24E-80A4-9C8519A877E1}" type="presParOf" srcId="{513FADCC-11CE-674F-B342-A670341C87A0}" destId="{31864ED4-CCB6-994E-9246-3941DFA2AC4D}" srcOrd="5" destOrd="0" presId="urn:microsoft.com/office/officeart/2008/layout/LinedList"/>
    <dgm:cxn modelId="{E67328B9-06DA-6942-AB5E-326D25988481}" type="presParOf" srcId="{31864ED4-CCB6-994E-9246-3941DFA2AC4D}" destId="{179AEB09-A536-5446-828D-FC034EAD8325}" srcOrd="0" destOrd="0" presId="urn:microsoft.com/office/officeart/2008/layout/LinedList"/>
    <dgm:cxn modelId="{559FF110-9186-EC41-AB57-FA7D88EBC6A5}" type="presParOf" srcId="{31864ED4-CCB6-994E-9246-3941DFA2AC4D}" destId="{D98546CB-0BBC-EE41-8E5B-5A7501E6E985}" srcOrd="1" destOrd="0" presId="urn:microsoft.com/office/officeart/2008/layout/LinedList"/>
    <dgm:cxn modelId="{A5A28001-E197-BD48-8619-10007B8F8D8C}" type="presParOf" srcId="{513FADCC-11CE-674F-B342-A670341C87A0}" destId="{BF88678F-8289-FD4C-8E0D-B57598F66DAC}" srcOrd="6" destOrd="0" presId="urn:microsoft.com/office/officeart/2008/layout/LinedList"/>
    <dgm:cxn modelId="{A6730F48-561C-1D4C-A831-C1DA22F13D2D}" type="presParOf" srcId="{513FADCC-11CE-674F-B342-A670341C87A0}" destId="{1B586E9B-D1F0-0742-ABF9-4742D19EC829}" srcOrd="7" destOrd="0" presId="urn:microsoft.com/office/officeart/2008/layout/LinedList"/>
    <dgm:cxn modelId="{BFCC4F9A-2566-BE46-84C1-78E1849A0AB3}" type="presParOf" srcId="{1B586E9B-D1F0-0742-ABF9-4742D19EC829}" destId="{791274A2-04C9-A04F-A09C-E1B751D888D7}" srcOrd="0" destOrd="0" presId="urn:microsoft.com/office/officeart/2008/layout/LinedList"/>
    <dgm:cxn modelId="{A9D84FC1-488D-BE48-AC06-29BCEA4B0D7E}" type="presParOf" srcId="{1B586E9B-D1F0-0742-ABF9-4742D19EC829}" destId="{A5DBC2B5-6D36-2F41-ACC7-14444C35A562}" srcOrd="1" destOrd="0" presId="urn:microsoft.com/office/officeart/2008/layout/LinedList"/>
    <dgm:cxn modelId="{90CA2D1D-DC49-D245-8A05-089C24D46056}" type="presParOf" srcId="{513FADCC-11CE-674F-B342-A670341C87A0}" destId="{513F2FA3-CCCF-1149-B2C9-EA87537BC68B}" srcOrd="8" destOrd="0" presId="urn:microsoft.com/office/officeart/2008/layout/LinedList"/>
    <dgm:cxn modelId="{4095CA1A-056E-3047-A8DB-9A6D18B04913}" type="presParOf" srcId="{513FADCC-11CE-674F-B342-A670341C87A0}" destId="{D0053427-BF85-BC43-A1C9-2ABD7B969182}" srcOrd="9" destOrd="0" presId="urn:microsoft.com/office/officeart/2008/layout/LinedList"/>
    <dgm:cxn modelId="{FBC4A446-8B9B-3241-A44F-B0DC27F3C321}" type="presParOf" srcId="{D0053427-BF85-BC43-A1C9-2ABD7B969182}" destId="{D175A6B5-9624-0740-B6AC-445D4AE27338}" srcOrd="0" destOrd="0" presId="urn:microsoft.com/office/officeart/2008/layout/LinedList"/>
    <dgm:cxn modelId="{FECAD348-0110-1143-9626-2F9AF85B67CB}" type="presParOf" srcId="{D0053427-BF85-BC43-A1C9-2ABD7B969182}" destId="{266820F9-16A1-234C-80EB-E7F6618CFBDE}" srcOrd="1" destOrd="0" presId="urn:microsoft.com/office/officeart/2008/layout/LinedList"/>
    <dgm:cxn modelId="{BABFA48A-A39D-8141-A7B3-71A3944B173E}" type="presParOf" srcId="{513FADCC-11CE-674F-B342-A670341C87A0}" destId="{0D607938-7EB3-5440-AFF6-C5FF6D70F882}" srcOrd="10" destOrd="0" presId="urn:microsoft.com/office/officeart/2008/layout/LinedList"/>
    <dgm:cxn modelId="{020B43D5-1825-0D4E-9912-E280FE065604}" type="presParOf" srcId="{513FADCC-11CE-674F-B342-A670341C87A0}" destId="{1073C0FB-C75E-5041-AF02-5F77A27596B4}" srcOrd="11" destOrd="0" presId="urn:microsoft.com/office/officeart/2008/layout/LinedList"/>
    <dgm:cxn modelId="{FA33C2CD-23E5-B240-9DF1-2C8BF488EAE0}" type="presParOf" srcId="{1073C0FB-C75E-5041-AF02-5F77A27596B4}" destId="{5C74DB67-E810-494A-93E4-6A17700B390F}" srcOrd="0" destOrd="0" presId="urn:microsoft.com/office/officeart/2008/layout/LinedList"/>
    <dgm:cxn modelId="{433A4B5B-C695-9348-8A32-5168C7B465B4}" type="presParOf" srcId="{1073C0FB-C75E-5041-AF02-5F77A27596B4}" destId="{382D5519-05C5-3C45-901B-3FB6FB120A83}" srcOrd="1" destOrd="0" presId="urn:microsoft.com/office/officeart/2008/layout/LinedList"/>
    <dgm:cxn modelId="{EFEC2658-1DD5-A342-9943-683B3B29C2F1}" type="presParOf" srcId="{513FADCC-11CE-674F-B342-A670341C87A0}" destId="{C3414CC7-35B0-7F4C-965A-A9528B892325}" srcOrd="12" destOrd="0" presId="urn:microsoft.com/office/officeart/2008/layout/LinedList"/>
    <dgm:cxn modelId="{B764B6A3-C8DF-434F-8F3C-672219C934AC}" type="presParOf" srcId="{513FADCC-11CE-674F-B342-A670341C87A0}" destId="{70E37D07-B771-4247-82AE-F3B21D4E6958}" srcOrd="13" destOrd="0" presId="urn:microsoft.com/office/officeart/2008/layout/LinedList"/>
    <dgm:cxn modelId="{55D3D384-FAB7-0945-8780-C00F672ABCC6}" type="presParOf" srcId="{70E37D07-B771-4247-82AE-F3B21D4E6958}" destId="{01F9926A-D48C-7043-8624-E74F597AA27D}" srcOrd="0" destOrd="0" presId="urn:microsoft.com/office/officeart/2008/layout/LinedList"/>
    <dgm:cxn modelId="{FE82EDC8-6ED6-3E49-AA15-63CE5B26FF33}" type="presParOf" srcId="{70E37D07-B771-4247-82AE-F3B21D4E6958}" destId="{8BDAC5AE-4A54-A54F-95F0-A1ADCE234933}" srcOrd="1" destOrd="0" presId="urn:microsoft.com/office/officeart/2008/layout/LinedList"/>
    <dgm:cxn modelId="{51216965-BA81-164D-897E-47AB5CABE0DE}" type="presParOf" srcId="{513FADCC-11CE-674F-B342-A670341C87A0}" destId="{6EBEBF9F-CD78-AA4C-9A2D-D84615CA454A}" srcOrd="14" destOrd="0" presId="urn:microsoft.com/office/officeart/2008/layout/LinedList"/>
    <dgm:cxn modelId="{C5ED44DC-4CE4-B24E-8CF8-CC60AC001EC4}" type="presParOf" srcId="{513FADCC-11CE-674F-B342-A670341C87A0}" destId="{2095EFEB-9066-E047-8A4D-730F7E30FA1D}" srcOrd="15" destOrd="0" presId="urn:microsoft.com/office/officeart/2008/layout/LinedList"/>
    <dgm:cxn modelId="{FC57D0C5-7FA1-5D40-8A8A-4C7A38135B4D}" type="presParOf" srcId="{2095EFEB-9066-E047-8A4D-730F7E30FA1D}" destId="{9CC033B6-5C8A-4249-9B64-3FE788CE8798}" srcOrd="0" destOrd="0" presId="urn:microsoft.com/office/officeart/2008/layout/LinedList"/>
    <dgm:cxn modelId="{878E6450-A69B-2941-8981-DF00FFE306EF}" type="presParOf" srcId="{2095EFEB-9066-E047-8A4D-730F7E30FA1D}" destId="{A5288711-88A1-6E4E-9B63-9A03468E902D}" srcOrd="1" destOrd="0" presId="urn:microsoft.com/office/officeart/2008/layout/LinedList"/>
    <dgm:cxn modelId="{04FB55B2-4257-7C4E-B762-E1676CF4B1B1}" type="presParOf" srcId="{513FADCC-11CE-674F-B342-A670341C87A0}" destId="{81DF3950-13FC-B24E-9122-60F7AE134B8A}" srcOrd="16" destOrd="0" presId="urn:microsoft.com/office/officeart/2008/layout/LinedList"/>
    <dgm:cxn modelId="{1694D8CA-0A59-C843-8B0D-BEF62D48F778}" type="presParOf" srcId="{513FADCC-11CE-674F-B342-A670341C87A0}" destId="{D63095D2-1F92-5E4F-9EEF-9E03124CA45E}" srcOrd="17" destOrd="0" presId="urn:microsoft.com/office/officeart/2008/layout/LinedList"/>
    <dgm:cxn modelId="{81921FCC-9C64-2644-AB95-4752827CBF04}" type="presParOf" srcId="{D63095D2-1F92-5E4F-9EEF-9E03124CA45E}" destId="{EB02FE0E-933A-4C49-B9C6-6E10792D65A7}" srcOrd="0" destOrd="0" presId="urn:microsoft.com/office/officeart/2008/layout/LinedList"/>
    <dgm:cxn modelId="{81F49F5B-E00C-514F-A243-FE5A888688B8}" type="presParOf" srcId="{D63095D2-1F92-5E4F-9EEF-9E03124CA45E}" destId="{FEF55180-8F04-6740-8694-AB11D46A3D69}" srcOrd="1" destOrd="0" presId="urn:microsoft.com/office/officeart/2008/layout/LinedList"/>
    <dgm:cxn modelId="{A4CFE095-0EA3-2543-8833-A2A18089DF92}" type="presParOf" srcId="{513FADCC-11CE-674F-B342-A670341C87A0}" destId="{D6F64E2A-3DC9-9845-AB34-3D3F60837624}" srcOrd="18" destOrd="0" presId="urn:microsoft.com/office/officeart/2008/layout/LinedList"/>
    <dgm:cxn modelId="{F4457CE9-5B3C-2444-9F2E-6D8A90375FB8}" type="presParOf" srcId="{513FADCC-11CE-674F-B342-A670341C87A0}" destId="{2BE33CB3-1852-AD47-9808-5DA2C4C868B5}" srcOrd="19" destOrd="0" presId="urn:microsoft.com/office/officeart/2008/layout/LinedList"/>
    <dgm:cxn modelId="{515D56DD-22A0-6248-BD60-0F3C7AD5DAC8}" type="presParOf" srcId="{2BE33CB3-1852-AD47-9808-5DA2C4C868B5}" destId="{890E514B-B54C-354C-A18A-91F33E9C3373}" srcOrd="0" destOrd="0" presId="urn:microsoft.com/office/officeart/2008/layout/LinedList"/>
    <dgm:cxn modelId="{767F92E7-4E17-9641-AA5A-1AEEAA4AD3B6}" type="presParOf" srcId="{2BE33CB3-1852-AD47-9808-5DA2C4C868B5}" destId="{4B5602FB-3E49-A242-96BB-9EFFE62A04E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7673DF-8A87-3E43-89CF-E2D1E203E804}">
      <dsp:nvSpPr>
        <dsp:cNvPr id="0" name=""/>
        <dsp:cNvSpPr/>
      </dsp:nvSpPr>
      <dsp:spPr>
        <a:xfrm>
          <a:off x="0" y="50818"/>
          <a:ext cx="6798539" cy="368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The main purpose is to showcase web development skills</a:t>
          </a:r>
          <a:endParaRPr lang="en-US" sz="1500" kern="1200"/>
        </a:p>
      </dsp:txBody>
      <dsp:txXfrm>
        <a:off x="17991" y="68809"/>
        <a:ext cx="6762557" cy="332567"/>
      </dsp:txXfrm>
    </dsp:sp>
    <dsp:sp modelId="{08A05275-AC0C-CC49-8060-0CCE2F1BA6BC}">
      <dsp:nvSpPr>
        <dsp:cNvPr id="0" name=""/>
        <dsp:cNvSpPr/>
      </dsp:nvSpPr>
      <dsp:spPr>
        <a:xfrm>
          <a:off x="0" y="462568"/>
          <a:ext cx="6798539" cy="3685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The website presents academic and technical achievements</a:t>
          </a:r>
          <a:endParaRPr lang="en-US" sz="1500" kern="1200"/>
        </a:p>
      </dsp:txBody>
      <dsp:txXfrm>
        <a:off x="17991" y="480559"/>
        <a:ext cx="6762557" cy="332567"/>
      </dsp:txXfrm>
    </dsp:sp>
    <dsp:sp modelId="{25B30342-B1BF-6445-A380-E64DF5E59621}">
      <dsp:nvSpPr>
        <dsp:cNvPr id="0" name=""/>
        <dsp:cNvSpPr/>
      </dsp:nvSpPr>
      <dsp:spPr>
        <a:xfrm>
          <a:off x="0" y="874318"/>
          <a:ext cx="6798539" cy="36854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It demonstrates practical use of HTML, CSS, and JavaScript</a:t>
          </a:r>
          <a:endParaRPr lang="en-US" sz="1500" kern="1200"/>
        </a:p>
      </dsp:txBody>
      <dsp:txXfrm>
        <a:off x="17991" y="892309"/>
        <a:ext cx="6762557" cy="332567"/>
      </dsp:txXfrm>
    </dsp:sp>
    <dsp:sp modelId="{360650D1-3D54-BB43-8289-26AC2E85A8B6}">
      <dsp:nvSpPr>
        <dsp:cNvPr id="0" name=""/>
        <dsp:cNvSpPr/>
      </dsp:nvSpPr>
      <dsp:spPr>
        <a:xfrm>
          <a:off x="0" y="1286068"/>
          <a:ext cx="6798539" cy="36854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Another goal is to provide a professional online presence</a:t>
          </a:r>
          <a:endParaRPr lang="en-US" sz="1500" kern="1200"/>
        </a:p>
      </dsp:txBody>
      <dsp:txXfrm>
        <a:off x="17991" y="1304059"/>
        <a:ext cx="6762557" cy="332567"/>
      </dsp:txXfrm>
    </dsp:sp>
    <dsp:sp modelId="{1D2AA27F-7F5E-CF46-B880-5945E8F38D48}">
      <dsp:nvSpPr>
        <dsp:cNvPr id="0" name=""/>
        <dsp:cNvSpPr/>
      </dsp:nvSpPr>
      <dsp:spPr>
        <a:xfrm>
          <a:off x="0" y="1697818"/>
          <a:ext cx="6798539" cy="36854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The website allows assessors to evaluate learning outcomes</a:t>
          </a:r>
          <a:endParaRPr lang="en-US" sz="1500" kern="1200"/>
        </a:p>
      </dsp:txBody>
      <dsp:txXfrm>
        <a:off x="17991" y="1715809"/>
        <a:ext cx="6762557" cy="332567"/>
      </dsp:txXfrm>
    </dsp:sp>
    <dsp:sp modelId="{06FBA057-7A6E-5B4A-AA2E-65DBCF5169AA}">
      <dsp:nvSpPr>
        <dsp:cNvPr id="0" name=""/>
        <dsp:cNvSpPr/>
      </dsp:nvSpPr>
      <dsp:spPr>
        <a:xfrm>
          <a:off x="0" y="2109568"/>
          <a:ext cx="6798539" cy="368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It is designed to be clear, simple, and easy to navigate</a:t>
          </a:r>
          <a:endParaRPr lang="en-US" sz="1500" kern="1200"/>
        </a:p>
      </dsp:txBody>
      <dsp:txXfrm>
        <a:off x="17991" y="2127559"/>
        <a:ext cx="6762557" cy="332567"/>
      </dsp:txXfrm>
    </dsp:sp>
    <dsp:sp modelId="{6D5A57EE-4CBB-D949-A593-F8C6DEC84322}">
      <dsp:nvSpPr>
        <dsp:cNvPr id="0" name=""/>
        <dsp:cNvSpPr/>
      </dsp:nvSpPr>
      <dsp:spPr>
        <a:xfrm>
          <a:off x="0" y="2521318"/>
          <a:ext cx="6798539" cy="3685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Interactivity is included to enhance user experience</a:t>
          </a:r>
          <a:endParaRPr lang="en-US" sz="1500" kern="1200"/>
        </a:p>
      </dsp:txBody>
      <dsp:txXfrm>
        <a:off x="17991" y="2539309"/>
        <a:ext cx="6762557" cy="332567"/>
      </dsp:txXfrm>
    </dsp:sp>
    <dsp:sp modelId="{79B59993-267C-F64E-913F-6EB5A2042DCF}">
      <dsp:nvSpPr>
        <dsp:cNvPr id="0" name=""/>
        <dsp:cNvSpPr/>
      </dsp:nvSpPr>
      <dsp:spPr>
        <a:xfrm>
          <a:off x="0" y="2933068"/>
          <a:ext cx="6798539" cy="36854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Responsive design ensures compatibility across devices</a:t>
          </a:r>
          <a:endParaRPr lang="en-US" sz="1500" kern="1200"/>
        </a:p>
      </dsp:txBody>
      <dsp:txXfrm>
        <a:off x="17991" y="2951059"/>
        <a:ext cx="6762557" cy="332567"/>
      </dsp:txXfrm>
    </dsp:sp>
    <dsp:sp modelId="{A75BED81-F7AD-4B49-A0A4-A790CE90148A}">
      <dsp:nvSpPr>
        <dsp:cNvPr id="0" name=""/>
        <dsp:cNvSpPr/>
      </dsp:nvSpPr>
      <dsp:spPr>
        <a:xfrm>
          <a:off x="0" y="3344818"/>
          <a:ext cx="6798539" cy="36854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Code organisation follows best practices</a:t>
          </a:r>
          <a:endParaRPr lang="en-US" sz="1500" kern="1200"/>
        </a:p>
      </dsp:txBody>
      <dsp:txXfrm>
        <a:off x="17991" y="3362809"/>
        <a:ext cx="6762557" cy="332567"/>
      </dsp:txXfrm>
    </dsp:sp>
    <dsp:sp modelId="{A95FE382-2DBA-5940-A7E0-AC2DD22988F8}">
      <dsp:nvSpPr>
        <dsp:cNvPr id="0" name=""/>
        <dsp:cNvSpPr/>
      </dsp:nvSpPr>
      <dsp:spPr>
        <a:xfrm>
          <a:off x="0" y="3756568"/>
          <a:ext cx="6798539" cy="36854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The project aims to meet all assessment requirements</a:t>
          </a:r>
          <a:endParaRPr lang="en-US" sz="1500" kern="1200"/>
        </a:p>
      </dsp:txBody>
      <dsp:txXfrm>
        <a:off x="17991" y="3774559"/>
        <a:ext cx="6762557" cy="3325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2BA9E1-5213-7146-9456-B003F224ED64}">
      <dsp:nvSpPr>
        <dsp:cNvPr id="0" name=""/>
        <dsp:cNvSpPr/>
      </dsp:nvSpPr>
      <dsp:spPr>
        <a:xfrm>
          <a:off x="0" y="525"/>
          <a:ext cx="67147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8A933C2-CDD0-1B4B-9C8A-7ED7B633D59A}">
      <dsp:nvSpPr>
        <dsp:cNvPr id="0" name=""/>
        <dsp:cNvSpPr/>
      </dsp:nvSpPr>
      <dsp:spPr>
        <a:xfrm>
          <a:off x="0" y="525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Primary audience includes lecturers and module assessors</a:t>
          </a:r>
          <a:endParaRPr lang="en-US" sz="1800" kern="1200"/>
        </a:p>
      </dsp:txBody>
      <dsp:txXfrm>
        <a:off x="0" y="525"/>
        <a:ext cx="6714744" cy="430241"/>
      </dsp:txXfrm>
    </dsp:sp>
    <dsp:sp modelId="{7076F36D-6BB6-9D4E-9383-C2C793EE555D}">
      <dsp:nvSpPr>
        <dsp:cNvPr id="0" name=""/>
        <dsp:cNvSpPr/>
      </dsp:nvSpPr>
      <dsp:spPr>
        <a:xfrm>
          <a:off x="0" y="430766"/>
          <a:ext cx="6714744" cy="0"/>
        </a:xfrm>
        <a:prstGeom prst="line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accent2">
              <a:hueOff val="715957"/>
              <a:satOff val="-2055"/>
              <a:lumOff val="-32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80E2349-6D58-CA42-A514-8E62558F0242}">
      <dsp:nvSpPr>
        <dsp:cNvPr id="0" name=""/>
        <dsp:cNvSpPr/>
      </dsp:nvSpPr>
      <dsp:spPr>
        <a:xfrm>
          <a:off x="0" y="430766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Secondary audience includes employers and recruiters</a:t>
          </a:r>
          <a:endParaRPr lang="en-US" sz="1800" kern="1200"/>
        </a:p>
      </dsp:txBody>
      <dsp:txXfrm>
        <a:off x="0" y="430766"/>
        <a:ext cx="6714744" cy="430241"/>
      </dsp:txXfrm>
    </dsp:sp>
    <dsp:sp modelId="{6EB2FD41-2863-2C48-89F3-8AC14CD5F97D}">
      <dsp:nvSpPr>
        <dsp:cNvPr id="0" name=""/>
        <dsp:cNvSpPr/>
      </dsp:nvSpPr>
      <dsp:spPr>
        <a:xfrm>
          <a:off x="0" y="861008"/>
          <a:ext cx="6714744" cy="0"/>
        </a:xfrm>
        <a:prstGeom prst="line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accent2">
              <a:hueOff val="1431914"/>
              <a:satOff val="-4110"/>
              <a:lumOff val="-6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31583E0-5A22-B34F-9C36-B86C76B2B40E}">
      <dsp:nvSpPr>
        <dsp:cNvPr id="0" name=""/>
        <dsp:cNvSpPr/>
      </dsp:nvSpPr>
      <dsp:spPr>
        <a:xfrm>
          <a:off x="0" y="861008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The website is suitable for users with different technical knowledge</a:t>
          </a:r>
          <a:endParaRPr lang="en-US" sz="1800" kern="1200"/>
        </a:p>
      </dsp:txBody>
      <dsp:txXfrm>
        <a:off x="0" y="861008"/>
        <a:ext cx="6714744" cy="430241"/>
      </dsp:txXfrm>
    </dsp:sp>
    <dsp:sp modelId="{CF5A6664-26FF-4346-B2CC-5AE9D5F935E6}">
      <dsp:nvSpPr>
        <dsp:cNvPr id="0" name=""/>
        <dsp:cNvSpPr/>
      </dsp:nvSpPr>
      <dsp:spPr>
        <a:xfrm>
          <a:off x="0" y="1291249"/>
          <a:ext cx="671474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6EA22D1-F63C-564C-8832-901AE4EA8AEC}">
      <dsp:nvSpPr>
        <dsp:cNvPr id="0" name=""/>
        <dsp:cNvSpPr/>
      </dsp:nvSpPr>
      <dsp:spPr>
        <a:xfrm>
          <a:off x="0" y="1291249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Content is presented in a professional and academic style</a:t>
          </a:r>
          <a:endParaRPr lang="en-US" sz="1800" kern="1200"/>
        </a:p>
      </dsp:txBody>
      <dsp:txXfrm>
        <a:off x="0" y="1291249"/>
        <a:ext cx="6714744" cy="430241"/>
      </dsp:txXfrm>
    </dsp:sp>
    <dsp:sp modelId="{99675D4B-0EFB-A04B-BCD2-7D86ECCF47BC}">
      <dsp:nvSpPr>
        <dsp:cNvPr id="0" name=""/>
        <dsp:cNvSpPr/>
      </dsp:nvSpPr>
      <dsp:spPr>
        <a:xfrm>
          <a:off x="0" y="1721491"/>
          <a:ext cx="6714744" cy="0"/>
        </a:xfrm>
        <a:prstGeom prst="line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accent2">
              <a:hueOff val="2863828"/>
              <a:satOff val="-8219"/>
              <a:lumOff val="-13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F4E07B6-9F60-E148-9FC2-E2B4AE85069E}">
      <dsp:nvSpPr>
        <dsp:cNvPr id="0" name=""/>
        <dsp:cNvSpPr/>
      </dsp:nvSpPr>
      <dsp:spPr>
        <a:xfrm>
          <a:off x="0" y="1721491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The goal is to clearly communicate skills and projects</a:t>
          </a:r>
          <a:endParaRPr lang="en-US" sz="1800" kern="1200"/>
        </a:p>
      </dsp:txBody>
      <dsp:txXfrm>
        <a:off x="0" y="1721491"/>
        <a:ext cx="6714744" cy="430241"/>
      </dsp:txXfrm>
    </dsp:sp>
    <dsp:sp modelId="{06445194-F2A8-2A41-8610-461DC82ADDAE}">
      <dsp:nvSpPr>
        <dsp:cNvPr id="0" name=""/>
        <dsp:cNvSpPr/>
      </dsp:nvSpPr>
      <dsp:spPr>
        <a:xfrm>
          <a:off x="0" y="2151732"/>
          <a:ext cx="6714744" cy="0"/>
        </a:xfrm>
        <a:prstGeom prst="line">
          <a:avLst/>
        </a:prstGeom>
        <a:solidFill>
          <a:schemeClr val="accent2">
            <a:hueOff val="3579785"/>
            <a:satOff val="-10274"/>
            <a:lumOff val="-16449"/>
            <a:alphaOff val="0"/>
          </a:schemeClr>
        </a:solidFill>
        <a:ln w="19050" cap="flat" cmpd="sng" algn="ctr">
          <a:solidFill>
            <a:schemeClr val="accent2">
              <a:hueOff val="3579785"/>
              <a:satOff val="-10274"/>
              <a:lumOff val="-164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452E6EB-4EA8-054F-B714-8D63F7B1E766}">
      <dsp:nvSpPr>
        <dsp:cNvPr id="0" name=""/>
        <dsp:cNvSpPr/>
      </dsp:nvSpPr>
      <dsp:spPr>
        <a:xfrm>
          <a:off x="0" y="2151732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Information is organised for quick understanding</a:t>
          </a:r>
          <a:endParaRPr lang="en-US" sz="1800" kern="1200"/>
        </a:p>
      </dsp:txBody>
      <dsp:txXfrm>
        <a:off x="0" y="2151732"/>
        <a:ext cx="6714744" cy="430241"/>
      </dsp:txXfrm>
    </dsp:sp>
    <dsp:sp modelId="{9815850E-4DEB-0E49-ABB3-047CC437824D}">
      <dsp:nvSpPr>
        <dsp:cNvPr id="0" name=""/>
        <dsp:cNvSpPr/>
      </dsp:nvSpPr>
      <dsp:spPr>
        <a:xfrm>
          <a:off x="0" y="2581973"/>
          <a:ext cx="6714744" cy="0"/>
        </a:xfrm>
        <a:prstGeom prst="line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96D8769-242E-7F4C-B628-7F112AB3D0BC}">
      <dsp:nvSpPr>
        <dsp:cNvPr id="0" name=""/>
        <dsp:cNvSpPr/>
      </dsp:nvSpPr>
      <dsp:spPr>
        <a:xfrm>
          <a:off x="0" y="2581973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Navigation is designed to be intuitive and accessible</a:t>
          </a:r>
          <a:endParaRPr lang="en-US" sz="1800" kern="1200"/>
        </a:p>
      </dsp:txBody>
      <dsp:txXfrm>
        <a:off x="0" y="2581973"/>
        <a:ext cx="6714744" cy="430241"/>
      </dsp:txXfrm>
    </dsp:sp>
    <dsp:sp modelId="{0B0B2C87-C6AB-2042-805B-1444E68358F2}">
      <dsp:nvSpPr>
        <dsp:cNvPr id="0" name=""/>
        <dsp:cNvSpPr/>
      </dsp:nvSpPr>
      <dsp:spPr>
        <a:xfrm>
          <a:off x="0" y="3012215"/>
          <a:ext cx="6714744" cy="0"/>
        </a:xfrm>
        <a:prstGeom prst="line">
          <a:avLst/>
        </a:prstGeom>
        <a:solidFill>
          <a:schemeClr val="accent2">
            <a:hueOff val="5011699"/>
            <a:satOff val="-14383"/>
            <a:lumOff val="-23029"/>
            <a:alphaOff val="0"/>
          </a:schemeClr>
        </a:solidFill>
        <a:ln w="19050" cap="flat" cmpd="sng" algn="ctr">
          <a:solidFill>
            <a:schemeClr val="accent2">
              <a:hueOff val="5011699"/>
              <a:satOff val="-14383"/>
              <a:lumOff val="-23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5876E24-BE89-B94F-9318-95E814EE4838}">
      <dsp:nvSpPr>
        <dsp:cNvPr id="0" name=""/>
        <dsp:cNvSpPr/>
      </dsp:nvSpPr>
      <dsp:spPr>
        <a:xfrm>
          <a:off x="0" y="3012215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Visual design supports readability and clarity</a:t>
          </a:r>
          <a:endParaRPr lang="en-US" sz="1800" kern="1200"/>
        </a:p>
      </dsp:txBody>
      <dsp:txXfrm>
        <a:off x="0" y="3012215"/>
        <a:ext cx="6714744" cy="430241"/>
      </dsp:txXfrm>
    </dsp:sp>
    <dsp:sp modelId="{7799F699-7A2E-5547-89AB-B64220ECBC3E}">
      <dsp:nvSpPr>
        <dsp:cNvPr id="0" name=""/>
        <dsp:cNvSpPr/>
      </dsp:nvSpPr>
      <dsp:spPr>
        <a:xfrm>
          <a:off x="0" y="3442456"/>
          <a:ext cx="6714744" cy="0"/>
        </a:xfrm>
        <a:prstGeom prst="line">
          <a:avLst/>
        </a:prstGeom>
        <a:solidFill>
          <a:schemeClr val="accent2">
            <a:hueOff val="5727655"/>
            <a:satOff val="-16438"/>
            <a:lumOff val="-26319"/>
            <a:alphaOff val="0"/>
          </a:schemeClr>
        </a:solidFill>
        <a:ln w="19050" cap="flat" cmpd="sng" algn="ctr">
          <a:solidFill>
            <a:schemeClr val="accent2">
              <a:hueOff val="5727655"/>
              <a:satOff val="-16438"/>
              <a:lumOff val="-263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B2B535D-1F09-4840-8030-669A213A91E6}">
      <dsp:nvSpPr>
        <dsp:cNvPr id="0" name=""/>
        <dsp:cNvSpPr/>
      </dsp:nvSpPr>
      <dsp:spPr>
        <a:xfrm>
          <a:off x="0" y="3442456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Interactive elements demonstrate technical competence</a:t>
          </a:r>
          <a:endParaRPr lang="en-US" sz="1800" kern="1200"/>
        </a:p>
      </dsp:txBody>
      <dsp:txXfrm>
        <a:off x="0" y="3442456"/>
        <a:ext cx="6714744" cy="430241"/>
      </dsp:txXfrm>
    </dsp:sp>
    <dsp:sp modelId="{AF407B71-1BE9-1443-B22E-3B6BCE1180A6}">
      <dsp:nvSpPr>
        <dsp:cNvPr id="0" name=""/>
        <dsp:cNvSpPr/>
      </dsp:nvSpPr>
      <dsp:spPr>
        <a:xfrm>
          <a:off x="0" y="3872698"/>
          <a:ext cx="6714744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8747F80-4F0A-EB4C-AD04-43F3D50BCE12}">
      <dsp:nvSpPr>
        <dsp:cNvPr id="0" name=""/>
        <dsp:cNvSpPr/>
      </dsp:nvSpPr>
      <dsp:spPr>
        <a:xfrm>
          <a:off x="0" y="3872698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The website balances creativity with professionalism</a:t>
          </a:r>
          <a:endParaRPr lang="en-US" sz="1800" kern="1200"/>
        </a:p>
      </dsp:txBody>
      <dsp:txXfrm>
        <a:off x="0" y="3872698"/>
        <a:ext cx="6714744" cy="4302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8D92CB-8F9D-3E4C-8DCF-1D1635605569}">
      <dsp:nvSpPr>
        <dsp:cNvPr id="0" name=""/>
        <dsp:cNvSpPr/>
      </dsp:nvSpPr>
      <dsp:spPr>
        <a:xfrm>
          <a:off x="0" y="525"/>
          <a:ext cx="67147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63DAC28-D7F9-F246-BE64-F11040C53B70}">
      <dsp:nvSpPr>
        <dsp:cNvPr id="0" name=""/>
        <dsp:cNvSpPr/>
      </dsp:nvSpPr>
      <dsp:spPr>
        <a:xfrm>
          <a:off x="0" y="525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The website follows a clear and logical structure</a:t>
          </a:r>
          <a:endParaRPr lang="en-US" sz="1800" kern="1200"/>
        </a:p>
      </dsp:txBody>
      <dsp:txXfrm>
        <a:off x="0" y="525"/>
        <a:ext cx="6714744" cy="430241"/>
      </dsp:txXfrm>
    </dsp:sp>
    <dsp:sp modelId="{D30E7FFE-325E-C748-AFE9-EE6439ABF4AC}">
      <dsp:nvSpPr>
        <dsp:cNvPr id="0" name=""/>
        <dsp:cNvSpPr/>
      </dsp:nvSpPr>
      <dsp:spPr>
        <a:xfrm>
          <a:off x="0" y="430766"/>
          <a:ext cx="6714744" cy="0"/>
        </a:xfrm>
        <a:prstGeom prst="line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accent2">
              <a:hueOff val="715957"/>
              <a:satOff val="-2055"/>
              <a:lumOff val="-32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7500767-A8DC-1D45-864A-E6D30612025F}">
      <dsp:nvSpPr>
        <dsp:cNvPr id="0" name=""/>
        <dsp:cNvSpPr/>
      </dsp:nvSpPr>
      <dsp:spPr>
        <a:xfrm>
          <a:off x="0" y="430766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Main sections include Home, About, Skills, Projects, and Contact</a:t>
          </a:r>
          <a:endParaRPr lang="en-US" sz="1800" kern="1200"/>
        </a:p>
      </dsp:txBody>
      <dsp:txXfrm>
        <a:off x="0" y="430766"/>
        <a:ext cx="6714744" cy="430241"/>
      </dsp:txXfrm>
    </dsp:sp>
    <dsp:sp modelId="{712FE300-31C7-BC40-A51A-53FBC57CB36B}">
      <dsp:nvSpPr>
        <dsp:cNvPr id="0" name=""/>
        <dsp:cNvSpPr/>
      </dsp:nvSpPr>
      <dsp:spPr>
        <a:xfrm>
          <a:off x="0" y="861008"/>
          <a:ext cx="6714744" cy="0"/>
        </a:xfrm>
        <a:prstGeom prst="line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accent2">
              <a:hueOff val="1431914"/>
              <a:satOff val="-4110"/>
              <a:lumOff val="-6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2515A3E-8408-FF40-87F9-6A079D1C6550}">
      <dsp:nvSpPr>
        <dsp:cNvPr id="0" name=""/>
        <dsp:cNvSpPr/>
      </dsp:nvSpPr>
      <dsp:spPr>
        <a:xfrm>
          <a:off x="0" y="861008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Navigation menu is placed at the top of the page</a:t>
          </a:r>
          <a:endParaRPr lang="en-US" sz="1800" kern="1200"/>
        </a:p>
      </dsp:txBody>
      <dsp:txXfrm>
        <a:off x="0" y="861008"/>
        <a:ext cx="6714744" cy="430241"/>
      </dsp:txXfrm>
    </dsp:sp>
    <dsp:sp modelId="{19FAE761-B90D-6F4F-8566-CA7A504D472B}">
      <dsp:nvSpPr>
        <dsp:cNvPr id="0" name=""/>
        <dsp:cNvSpPr/>
      </dsp:nvSpPr>
      <dsp:spPr>
        <a:xfrm>
          <a:off x="0" y="1291249"/>
          <a:ext cx="671474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664B213-EA58-A448-BC6A-241C054FD17F}">
      <dsp:nvSpPr>
        <dsp:cNvPr id="0" name=""/>
        <dsp:cNvSpPr/>
      </dsp:nvSpPr>
      <dsp:spPr>
        <a:xfrm>
          <a:off x="0" y="1291249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Anchor links allow smooth movement between sections</a:t>
          </a:r>
          <a:endParaRPr lang="en-US" sz="1800" kern="1200"/>
        </a:p>
      </dsp:txBody>
      <dsp:txXfrm>
        <a:off x="0" y="1291249"/>
        <a:ext cx="6714744" cy="430241"/>
      </dsp:txXfrm>
    </dsp:sp>
    <dsp:sp modelId="{A5E76A29-AFD9-2A43-B1D2-7A7B69A6D2A6}">
      <dsp:nvSpPr>
        <dsp:cNvPr id="0" name=""/>
        <dsp:cNvSpPr/>
      </dsp:nvSpPr>
      <dsp:spPr>
        <a:xfrm>
          <a:off x="0" y="1721491"/>
          <a:ext cx="6714744" cy="0"/>
        </a:xfrm>
        <a:prstGeom prst="line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accent2">
              <a:hueOff val="2863828"/>
              <a:satOff val="-8219"/>
              <a:lumOff val="-13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94C2054-F94F-E449-93F6-3A6E8C9A9347}">
      <dsp:nvSpPr>
        <dsp:cNvPr id="0" name=""/>
        <dsp:cNvSpPr/>
      </dsp:nvSpPr>
      <dsp:spPr>
        <a:xfrm>
          <a:off x="0" y="1721491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Single-page layout reduces complexity</a:t>
          </a:r>
          <a:endParaRPr lang="en-US" sz="1800" kern="1200"/>
        </a:p>
      </dsp:txBody>
      <dsp:txXfrm>
        <a:off x="0" y="1721491"/>
        <a:ext cx="6714744" cy="430241"/>
      </dsp:txXfrm>
    </dsp:sp>
    <dsp:sp modelId="{0E0B639F-6A04-2749-96FA-0757F70C29C0}">
      <dsp:nvSpPr>
        <dsp:cNvPr id="0" name=""/>
        <dsp:cNvSpPr/>
      </dsp:nvSpPr>
      <dsp:spPr>
        <a:xfrm>
          <a:off x="0" y="2151732"/>
          <a:ext cx="6714744" cy="0"/>
        </a:xfrm>
        <a:prstGeom prst="line">
          <a:avLst/>
        </a:prstGeom>
        <a:solidFill>
          <a:schemeClr val="accent2">
            <a:hueOff val="3579785"/>
            <a:satOff val="-10274"/>
            <a:lumOff val="-16449"/>
            <a:alphaOff val="0"/>
          </a:schemeClr>
        </a:solidFill>
        <a:ln w="19050" cap="flat" cmpd="sng" algn="ctr">
          <a:solidFill>
            <a:schemeClr val="accent2">
              <a:hueOff val="3579785"/>
              <a:satOff val="-10274"/>
              <a:lumOff val="-164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962A70B-2D3E-E841-BD48-DA16119A7649}">
      <dsp:nvSpPr>
        <dsp:cNvPr id="0" name=""/>
        <dsp:cNvSpPr/>
      </dsp:nvSpPr>
      <dsp:spPr>
        <a:xfrm>
          <a:off x="0" y="2151732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Users can easily find relevant information</a:t>
          </a:r>
          <a:endParaRPr lang="en-US" sz="1800" kern="1200"/>
        </a:p>
      </dsp:txBody>
      <dsp:txXfrm>
        <a:off x="0" y="2151732"/>
        <a:ext cx="6714744" cy="430241"/>
      </dsp:txXfrm>
    </dsp:sp>
    <dsp:sp modelId="{728FFB3F-F40A-D444-BF51-CCCB84900F51}">
      <dsp:nvSpPr>
        <dsp:cNvPr id="0" name=""/>
        <dsp:cNvSpPr/>
      </dsp:nvSpPr>
      <dsp:spPr>
        <a:xfrm>
          <a:off x="0" y="2581973"/>
          <a:ext cx="6714744" cy="0"/>
        </a:xfrm>
        <a:prstGeom prst="line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473F15D-D55A-C94C-BF7B-197C6F3090D1}">
      <dsp:nvSpPr>
        <dsp:cNvPr id="0" name=""/>
        <dsp:cNvSpPr/>
      </dsp:nvSpPr>
      <dsp:spPr>
        <a:xfrm>
          <a:off x="0" y="2581973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Consistent layout is maintained across sections</a:t>
          </a:r>
          <a:endParaRPr lang="en-US" sz="1800" kern="1200"/>
        </a:p>
      </dsp:txBody>
      <dsp:txXfrm>
        <a:off x="0" y="2581973"/>
        <a:ext cx="6714744" cy="430241"/>
      </dsp:txXfrm>
    </dsp:sp>
    <dsp:sp modelId="{A1B1DC52-D4D0-D144-A91E-5606204D9486}">
      <dsp:nvSpPr>
        <dsp:cNvPr id="0" name=""/>
        <dsp:cNvSpPr/>
      </dsp:nvSpPr>
      <dsp:spPr>
        <a:xfrm>
          <a:off x="0" y="3012215"/>
          <a:ext cx="6714744" cy="0"/>
        </a:xfrm>
        <a:prstGeom prst="line">
          <a:avLst/>
        </a:prstGeom>
        <a:solidFill>
          <a:schemeClr val="accent2">
            <a:hueOff val="5011699"/>
            <a:satOff val="-14383"/>
            <a:lumOff val="-23029"/>
            <a:alphaOff val="0"/>
          </a:schemeClr>
        </a:solidFill>
        <a:ln w="19050" cap="flat" cmpd="sng" algn="ctr">
          <a:solidFill>
            <a:schemeClr val="accent2">
              <a:hueOff val="5011699"/>
              <a:satOff val="-14383"/>
              <a:lumOff val="-23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BF33615-C06E-8944-B592-33CDDD60ECEB}">
      <dsp:nvSpPr>
        <dsp:cNvPr id="0" name=""/>
        <dsp:cNvSpPr/>
      </dsp:nvSpPr>
      <dsp:spPr>
        <a:xfrm>
          <a:off x="0" y="3012215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Headings guide users through content</a:t>
          </a:r>
          <a:endParaRPr lang="en-US" sz="1800" kern="1200"/>
        </a:p>
      </dsp:txBody>
      <dsp:txXfrm>
        <a:off x="0" y="3012215"/>
        <a:ext cx="6714744" cy="430241"/>
      </dsp:txXfrm>
    </dsp:sp>
    <dsp:sp modelId="{20231A92-2FAA-8947-8D20-C35CFAAAD1B0}">
      <dsp:nvSpPr>
        <dsp:cNvPr id="0" name=""/>
        <dsp:cNvSpPr/>
      </dsp:nvSpPr>
      <dsp:spPr>
        <a:xfrm>
          <a:off x="0" y="3442456"/>
          <a:ext cx="6714744" cy="0"/>
        </a:xfrm>
        <a:prstGeom prst="line">
          <a:avLst/>
        </a:prstGeom>
        <a:solidFill>
          <a:schemeClr val="accent2">
            <a:hueOff val="5727655"/>
            <a:satOff val="-16438"/>
            <a:lumOff val="-26319"/>
            <a:alphaOff val="0"/>
          </a:schemeClr>
        </a:solidFill>
        <a:ln w="19050" cap="flat" cmpd="sng" algn="ctr">
          <a:solidFill>
            <a:schemeClr val="accent2">
              <a:hueOff val="5727655"/>
              <a:satOff val="-16438"/>
              <a:lumOff val="-263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3E30412-3219-EE49-B40B-A7E5C47280DA}">
      <dsp:nvSpPr>
        <dsp:cNvPr id="0" name=""/>
        <dsp:cNvSpPr/>
      </dsp:nvSpPr>
      <dsp:spPr>
        <a:xfrm>
          <a:off x="0" y="3442456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Navigation improves usability and accessibility</a:t>
          </a:r>
          <a:endParaRPr lang="en-US" sz="1800" kern="1200"/>
        </a:p>
      </dsp:txBody>
      <dsp:txXfrm>
        <a:off x="0" y="3442456"/>
        <a:ext cx="6714744" cy="430241"/>
      </dsp:txXfrm>
    </dsp:sp>
    <dsp:sp modelId="{05BFD020-01EE-B442-A94B-A2C1DCB328B1}">
      <dsp:nvSpPr>
        <dsp:cNvPr id="0" name=""/>
        <dsp:cNvSpPr/>
      </dsp:nvSpPr>
      <dsp:spPr>
        <a:xfrm>
          <a:off x="0" y="3872698"/>
          <a:ext cx="6714744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D50045E-66AB-4946-BD1A-BEEB6514EF8C}">
      <dsp:nvSpPr>
        <dsp:cNvPr id="0" name=""/>
        <dsp:cNvSpPr/>
      </dsp:nvSpPr>
      <dsp:spPr>
        <a:xfrm>
          <a:off x="0" y="3872698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The structure supports both academic and professional review</a:t>
          </a:r>
          <a:endParaRPr lang="en-US" sz="1800" kern="1200"/>
        </a:p>
      </dsp:txBody>
      <dsp:txXfrm>
        <a:off x="0" y="3872698"/>
        <a:ext cx="6714744" cy="4302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3CD454-2836-9040-8DB0-8523D831BE71}">
      <dsp:nvSpPr>
        <dsp:cNvPr id="0" name=""/>
        <dsp:cNvSpPr/>
      </dsp:nvSpPr>
      <dsp:spPr>
        <a:xfrm>
          <a:off x="810408" y="2004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A clean and minimalistic layout is used</a:t>
          </a:r>
          <a:endParaRPr lang="en-US" sz="1500" kern="1200"/>
        </a:p>
      </dsp:txBody>
      <dsp:txXfrm>
        <a:off x="810408" y="2004"/>
        <a:ext cx="1591640" cy="954984"/>
      </dsp:txXfrm>
    </dsp:sp>
    <dsp:sp modelId="{A799603C-5860-344A-8F7C-26D884299740}">
      <dsp:nvSpPr>
        <dsp:cNvPr id="0" name=""/>
        <dsp:cNvSpPr/>
      </dsp:nvSpPr>
      <dsp:spPr>
        <a:xfrm>
          <a:off x="2561212" y="2004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Design focuses on clarity rather than complexity</a:t>
          </a:r>
          <a:endParaRPr lang="en-US" sz="1500" kern="1200"/>
        </a:p>
      </dsp:txBody>
      <dsp:txXfrm>
        <a:off x="2561212" y="2004"/>
        <a:ext cx="1591640" cy="954984"/>
      </dsp:txXfrm>
    </dsp:sp>
    <dsp:sp modelId="{4B64BFAD-A983-D14B-B946-0B44208DBEF4}">
      <dsp:nvSpPr>
        <dsp:cNvPr id="0" name=""/>
        <dsp:cNvSpPr/>
      </dsp:nvSpPr>
      <dsp:spPr>
        <a:xfrm>
          <a:off x="4312017" y="2004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Neutral colour palette ensures professional appearance</a:t>
          </a:r>
          <a:endParaRPr lang="en-US" sz="1500" kern="1200"/>
        </a:p>
      </dsp:txBody>
      <dsp:txXfrm>
        <a:off x="4312017" y="2004"/>
        <a:ext cx="1591640" cy="954984"/>
      </dsp:txXfrm>
    </dsp:sp>
    <dsp:sp modelId="{6FE49911-7AFE-9F46-BCEE-B2195A543FEC}">
      <dsp:nvSpPr>
        <dsp:cNvPr id="0" name=""/>
        <dsp:cNvSpPr/>
      </dsp:nvSpPr>
      <dsp:spPr>
        <a:xfrm>
          <a:off x="810408" y="1116152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Accent colours highlight important elements</a:t>
          </a:r>
          <a:endParaRPr lang="en-US" sz="1500" kern="1200"/>
        </a:p>
      </dsp:txBody>
      <dsp:txXfrm>
        <a:off x="810408" y="1116152"/>
        <a:ext cx="1591640" cy="954984"/>
      </dsp:txXfrm>
    </dsp:sp>
    <dsp:sp modelId="{BE1A96D9-292E-E54E-88B1-1607DFF7E525}">
      <dsp:nvSpPr>
        <dsp:cNvPr id="0" name=""/>
        <dsp:cNvSpPr/>
      </dsp:nvSpPr>
      <dsp:spPr>
        <a:xfrm>
          <a:off x="2561212" y="1116152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High contrast improves readability</a:t>
          </a:r>
          <a:endParaRPr lang="en-US" sz="1500" kern="1200"/>
        </a:p>
      </dsp:txBody>
      <dsp:txXfrm>
        <a:off x="2561212" y="1116152"/>
        <a:ext cx="1591640" cy="954984"/>
      </dsp:txXfrm>
    </dsp:sp>
    <dsp:sp modelId="{4A418260-85A3-F946-8D20-82E198E59703}">
      <dsp:nvSpPr>
        <dsp:cNvPr id="0" name=""/>
        <dsp:cNvSpPr/>
      </dsp:nvSpPr>
      <dsp:spPr>
        <a:xfrm>
          <a:off x="4312017" y="1116152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Sans-serif fonts enhance screen readability</a:t>
          </a:r>
          <a:endParaRPr lang="en-US" sz="1500" kern="1200"/>
        </a:p>
      </dsp:txBody>
      <dsp:txXfrm>
        <a:off x="4312017" y="1116152"/>
        <a:ext cx="1591640" cy="954984"/>
      </dsp:txXfrm>
    </dsp:sp>
    <dsp:sp modelId="{6DD2EF5D-B106-1446-BA8B-8911D409BDC8}">
      <dsp:nvSpPr>
        <dsp:cNvPr id="0" name=""/>
        <dsp:cNvSpPr/>
      </dsp:nvSpPr>
      <dsp:spPr>
        <a:xfrm>
          <a:off x="810408" y="2230300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Consistent font sizes maintain visual balance</a:t>
          </a:r>
          <a:endParaRPr lang="en-US" sz="1500" kern="1200"/>
        </a:p>
      </dsp:txBody>
      <dsp:txXfrm>
        <a:off x="810408" y="2230300"/>
        <a:ext cx="1591640" cy="954984"/>
      </dsp:txXfrm>
    </dsp:sp>
    <dsp:sp modelId="{9133F3D1-082E-F346-82A8-DA105227681B}">
      <dsp:nvSpPr>
        <dsp:cNvPr id="0" name=""/>
        <dsp:cNvSpPr/>
      </dsp:nvSpPr>
      <dsp:spPr>
        <a:xfrm>
          <a:off x="2561212" y="2230300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Spacing and alignment improve content flow</a:t>
          </a:r>
          <a:endParaRPr lang="en-US" sz="1500" kern="1200"/>
        </a:p>
      </dsp:txBody>
      <dsp:txXfrm>
        <a:off x="2561212" y="2230300"/>
        <a:ext cx="1591640" cy="954984"/>
      </dsp:txXfrm>
    </dsp:sp>
    <dsp:sp modelId="{7D64B2D2-7DC1-B342-AE6D-DF6382F69055}">
      <dsp:nvSpPr>
        <dsp:cNvPr id="0" name=""/>
        <dsp:cNvSpPr/>
      </dsp:nvSpPr>
      <dsp:spPr>
        <a:xfrm>
          <a:off x="4312017" y="2230300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Design is visually appealing yet simple</a:t>
          </a:r>
          <a:endParaRPr lang="en-US" sz="1500" kern="1200"/>
        </a:p>
      </dsp:txBody>
      <dsp:txXfrm>
        <a:off x="4312017" y="2230300"/>
        <a:ext cx="1591640" cy="954984"/>
      </dsp:txXfrm>
    </dsp:sp>
    <dsp:sp modelId="{3873F186-A28E-904A-9943-5F8463637365}">
      <dsp:nvSpPr>
        <dsp:cNvPr id="0" name=""/>
        <dsp:cNvSpPr/>
      </dsp:nvSpPr>
      <dsp:spPr>
        <a:xfrm>
          <a:off x="2561212" y="3344448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Layout supports responsive behaviour</a:t>
          </a:r>
          <a:endParaRPr lang="en-US" sz="1500" kern="1200"/>
        </a:p>
      </dsp:txBody>
      <dsp:txXfrm>
        <a:off x="2561212" y="3344448"/>
        <a:ext cx="1591640" cy="95498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438E43-5391-6648-8EAA-9A4C8510FF7F}">
      <dsp:nvSpPr>
        <dsp:cNvPr id="0" name=""/>
        <dsp:cNvSpPr/>
      </dsp:nvSpPr>
      <dsp:spPr>
        <a:xfrm>
          <a:off x="0" y="107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HTML is used for structure and content</a:t>
          </a:r>
          <a:endParaRPr lang="en-US" sz="2000" kern="1200"/>
        </a:p>
      </dsp:txBody>
      <dsp:txXfrm>
        <a:off x="23988" y="34747"/>
        <a:ext cx="6618857" cy="443424"/>
      </dsp:txXfrm>
    </dsp:sp>
    <dsp:sp modelId="{583E53B3-E05A-3949-A9CF-423AC3F12BCA}">
      <dsp:nvSpPr>
        <dsp:cNvPr id="0" name=""/>
        <dsp:cNvSpPr/>
      </dsp:nvSpPr>
      <dsp:spPr>
        <a:xfrm>
          <a:off x="0" y="5597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1350239"/>
                <a:satOff val="-92"/>
                <a:lumOff val="21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350239"/>
                <a:satOff val="-92"/>
                <a:lumOff val="21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350239"/>
                <a:satOff val="-92"/>
                <a:lumOff val="21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Semantic elements improve accessibility</a:t>
          </a:r>
          <a:endParaRPr lang="en-US" sz="2000" kern="1200"/>
        </a:p>
      </dsp:txBody>
      <dsp:txXfrm>
        <a:off x="23988" y="583747"/>
        <a:ext cx="6618857" cy="443424"/>
      </dsp:txXfrm>
    </dsp:sp>
    <dsp:sp modelId="{AA619B9D-5CA2-7E4D-93D6-F40B627728AE}">
      <dsp:nvSpPr>
        <dsp:cNvPr id="0" name=""/>
        <dsp:cNvSpPr/>
      </dsp:nvSpPr>
      <dsp:spPr>
        <a:xfrm>
          <a:off x="0" y="11087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2700478"/>
                <a:satOff val="-184"/>
                <a:lumOff val="43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700478"/>
                <a:satOff val="-184"/>
                <a:lumOff val="43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700478"/>
                <a:satOff val="-184"/>
                <a:lumOff val="43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CSS handles styling and layout</a:t>
          </a:r>
          <a:endParaRPr lang="en-US" sz="2000" kern="1200"/>
        </a:p>
      </dsp:txBody>
      <dsp:txXfrm>
        <a:off x="23988" y="1132748"/>
        <a:ext cx="6618857" cy="443424"/>
      </dsp:txXfrm>
    </dsp:sp>
    <dsp:sp modelId="{D0E901B9-C3EC-E142-8136-EB6F83BDFB24}">
      <dsp:nvSpPr>
        <dsp:cNvPr id="0" name=""/>
        <dsp:cNvSpPr/>
      </dsp:nvSpPr>
      <dsp:spPr>
        <a:xfrm>
          <a:off x="0" y="16577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Flexbox is used for alignment</a:t>
          </a:r>
          <a:endParaRPr lang="en-US" sz="2000" kern="1200"/>
        </a:p>
      </dsp:txBody>
      <dsp:txXfrm>
        <a:off x="23988" y="1681748"/>
        <a:ext cx="6618857" cy="443424"/>
      </dsp:txXfrm>
    </dsp:sp>
    <dsp:sp modelId="{26E346B5-D17A-E94D-B41B-1DE9A272083D}">
      <dsp:nvSpPr>
        <dsp:cNvPr id="0" name=""/>
        <dsp:cNvSpPr/>
      </dsp:nvSpPr>
      <dsp:spPr>
        <a:xfrm>
          <a:off x="0" y="22067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5400955"/>
                <a:satOff val="-367"/>
                <a:lumOff val="87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400955"/>
                <a:satOff val="-367"/>
                <a:lumOff val="87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400955"/>
                <a:satOff val="-367"/>
                <a:lumOff val="87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Media queries support responsive design</a:t>
          </a:r>
          <a:endParaRPr lang="en-US" sz="2000" kern="1200"/>
        </a:p>
      </dsp:txBody>
      <dsp:txXfrm>
        <a:off x="23988" y="2230748"/>
        <a:ext cx="6618857" cy="443424"/>
      </dsp:txXfrm>
    </dsp:sp>
    <dsp:sp modelId="{8B10BF94-70F1-124A-B34A-9A185A8508A2}">
      <dsp:nvSpPr>
        <dsp:cNvPr id="0" name=""/>
        <dsp:cNvSpPr/>
      </dsp:nvSpPr>
      <dsp:spPr>
        <a:xfrm>
          <a:off x="0" y="27557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6751195"/>
                <a:satOff val="-459"/>
                <a:lumOff val="108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1195"/>
                <a:satOff val="-459"/>
                <a:lumOff val="108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1195"/>
                <a:satOff val="-459"/>
                <a:lumOff val="108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JavaScript adds interactivity</a:t>
          </a:r>
          <a:endParaRPr lang="en-US" sz="2000" kern="1200"/>
        </a:p>
      </dsp:txBody>
      <dsp:txXfrm>
        <a:off x="23988" y="2779747"/>
        <a:ext cx="6618857" cy="443424"/>
      </dsp:txXfrm>
    </dsp:sp>
    <dsp:sp modelId="{717EEFC2-8B91-2847-A699-BC5CF05C7B85}">
      <dsp:nvSpPr>
        <dsp:cNvPr id="0" name=""/>
        <dsp:cNvSpPr/>
      </dsp:nvSpPr>
      <dsp:spPr>
        <a:xfrm>
          <a:off x="0" y="33047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Form validation improves user input handling</a:t>
          </a:r>
          <a:endParaRPr lang="en-US" sz="2000" kern="1200"/>
        </a:p>
      </dsp:txBody>
      <dsp:txXfrm>
        <a:off x="23988" y="3328747"/>
        <a:ext cx="6618857" cy="443424"/>
      </dsp:txXfrm>
    </dsp:sp>
    <dsp:sp modelId="{E8118BC3-F1B9-BD48-888B-60B7CF35EA0C}">
      <dsp:nvSpPr>
        <dsp:cNvPr id="0" name=""/>
        <dsp:cNvSpPr/>
      </dsp:nvSpPr>
      <dsp:spPr>
        <a:xfrm>
          <a:off x="0" y="38537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9451672"/>
                <a:satOff val="-642"/>
                <a:lumOff val="15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451672"/>
                <a:satOff val="-642"/>
                <a:lumOff val="15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451672"/>
                <a:satOff val="-642"/>
                <a:lumOff val="15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Event handling responds to user actions</a:t>
          </a:r>
          <a:endParaRPr lang="en-US" sz="2000" kern="1200"/>
        </a:p>
      </dsp:txBody>
      <dsp:txXfrm>
        <a:off x="23988" y="3877748"/>
        <a:ext cx="6618857" cy="443424"/>
      </dsp:txXfrm>
    </dsp:sp>
    <dsp:sp modelId="{7A01F19D-E473-BE44-8BEE-66593F43961D}">
      <dsp:nvSpPr>
        <dsp:cNvPr id="0" name=""/>
        <dsp:cNvSpPr/>
      </dsp:nvSpPr>
      <dsp:spPr>
        <a:xfrm>
          <a:off x="0" y="44027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10801911"/>
                <a:satOff val="-734"/>
                <a:lumOff val="17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801911"/>
                <a:satOff val="-734"/>
                <a:lumOff val="17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801911"/>
                <a:satOff val="-734"/>
                <a:lumOff val="17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Code is organised into separate files</a:t>
          </a:r>
          <a:endParaRPr lang="en-US" sz="2000" kern="1200"/>
        </a:p>
      </dsp:txBody>
      <dsp:txXfrm>
        <a:off x="23988" y="4426748"/>
        <a:ext cx="6618857" cy="443424"/>
      </dsp:txXfrm>
    </dsp:sp>
    <dsp:sp modelId="{ED054718-9DF7-874B-9E3C-C4BBB5242D6A}">
      <dsp:nvSpPr>
        <dsp:cNvPr id="0" name=""/>
        <dsp:cNvSpPr/>
      </dsp:nvSpPr>
      <dsp:spPr>
        <a:xfrm>
          <a:off x="0" y="49517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Technologies are used according to best practices</a:t>
          </a:r>
          <a:endParaRPr lang="en-US" sz="2000" kern="1200"/>
        </a:p>
      </dsp:txBody>
      <dsp:txXfrm>
        <a:off x="23988" y="4975748"/>
        <a:ext cx="6618857" cy="4434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F4D50-0343-D84A-BCEE-60C540802A15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789644-7E24-F543-B409-5C6ECF0CF724}">
      <dsp:nvSpPr>
        <dsp:cNvPr id="0" name=""/>
        <dsp:cNvSpPr/>
      </dsp:nvSpPr>
      <dsp:spPr>
        <a:xfrm>
          <a:off x="0" y="665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Semantic HTML improves screen reader support</a:t>
          </a:r>
          <a:endParaRPr lang="en-US" sz="2400" kern="1200"/>
        </a:p>
      </dsp:txBody>
      <dsp:txXfrm>
        <a:off x="0" y="665"/>
        <a:ext cx="6666833" cy="545258"/>
      </dsp:txXfrm>
    </dsp:sp>
    <dsp:sp modelId="{323877DC-1A8F-9542-803A-ED36415E7BA1}">
      <dsp:nvSpPr>
        <dsp:cNvPr id="0" name=""/>
        <dsp:cNvSpPr/>
      </dsp:nvSpPr>
      <dsp:spPr>
        <a:xfrm>
          <a:off x="0" y="545924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0D81EA-BADD-CE43-A070-49A1535AC6B5}">
      <dsp:nvSpPr>
        <dsp:cNvPr id="0" name=""/>
        <dsp:cNvSpPr/>
      </dsp:nvSpPr>
      <dsp:spPr>
        <a:xfrm>
          <a:off x="0" y="545924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Proper heading structure is maintained</a:t>
          </a:r>
          <a:endParaRPr lang="en-US" sz="2400" kern="1200"/>
        </a:p>
      </dsp:txBody>
      <dsp:txXfrm>
        <a:off x="0" y="545924"/>
        <a:ext cx="6666833" cy="545258"/>
      </dsp:txXfrm>
    </dsp:sp>
    <dsp:sp modelId="{D4E7DF62-E27A-CB4F-A85C-3352247EA013}">
      <dsp:nvSpPr>
        <dsp:cNvPr id="0" name=""/>
        <dsp:cNvSpPr/>
      </dsp:nvSpPr>
      <dsp:spPr>
        <a:xfrm>
          <a:off x="0" y="1091183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79AEB09-A536-5446-828D-FC034EAD8325}">
      <dsp:nvSpPr>
        <dsp:cNvPr id="0" name=""/>
        <dsp:cNvSpPr/>
      </dsp:nvSpPr>
      <dsp:spPr>
        <a:xfrm>
          <a:off x="0" y="1091183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Colour contrast supports readability</a:t>
          </a:r>
          <a:endParaRPr lang="en-US" sz="2400" kern="1200"/>
        </a:p>
      </dsp:txBody>
      <dsp:txXfrm>
        <a:off x="0" y="1091183"/>
        <a:ext cx="6666833" cy="545258"/>
      </dsp:txXfrm>
    </dsp:sp>
    <dsp:sp modelId="{BF88678F-8289-FD4C-8E0D-B57598F66DAC}">
      <dsp:nvSpPr>
        <dsp:cNvPr id="0" name=""/>
        <dsp:cNvSpPr/>
      </dsp:nvSpPr>
      <dsp:spPr>
        <a:xfrm>
          <a:off x="0" y="1636442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91274A2-04C9-A04F-A09C-E1B751D888D7}">
      <dsp:nvSpPr>
        <dsp:cNvPr id="0" name=""/>
        <dsp:cNvSpPr/>
      </dsp:nvSpPr>
      <dsp:spPr>
        <a:xfrm>
          <a:off x="0" y="1636442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Labels are used in forms</a:t>
          </a:r>
          <a:endParaRPr lang="en-US" sz="2400" kern="1200"/>
        </a:p>
      </dsp:txBody>
      <dsp:txXfrm>
        <a:off x="0" y="1636442"/>
        <a:ext cx="6666833" cy="545258"/>
      </dsp:txXfrm>
    </dsp:sp>
    <dsp:sp modelId="{513F2FA3-CCCF-1149-B2C9-EA87537BC68B}">
      <dsp:nvSpPr>
        <dsp:cNvPr id="0" name=""/>
        <dsp:cNvSpPr/>
      </dsp:nvSpPr>
      <dsp:spPr>
        <a:xfrm>
          <a:off x="0" y="2181701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175A6B5-9624-0740-B6AC-445D4AE27338}">
      <dsp:nvSpPr>
        <dsp:cNvPr id="0" name=""/>
        <dsp:cNvSpPr/>
      </dsp:nvSpPr>
      <dsp:spPr>
        <a:xfrm>
          <a:off x="0" y="2181701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Responsive design adapts to screen sizes</a:t>
          </a:r>
          <a:endParaRPr lang="en-US" sz="2400" kern="1200"/>
        </a:p>
      </dsp:txBody>
      <dsp:txXfrm>
        <a:off x="0" y="2181701"/>
        <a:ext cx="6666833" cy="545258"/>
      </dsp:txXfrm>
    </dsp:sp>
    <dsp:sp modelId="{0D607938-7EB3-5440-AFF6-C5FF6D70F882}">
      <dsp:nvSpPr>
        <dsp:cNvPr id="0" name=""/>
        <dsp:cNvSpPr/>
      </dsp:nvSpPr>
      <dsp:spPr>
        <a:xfrm>
          <a:off x="0" y="2726959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74DB67-E810-494A-93E4-6A17700B390F}">
      <dsp:nvSpPr>
        <dsp:cNvPr id="0" name=""/>
        <dsp:cNvSpPr/>
      </dsp:nvSpPr>
      <dsp:spPr>
        <a:xfrm>
          <a:off x="0" y="2726960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Media queries adjust layout for devices</a:t>
          </a:r>
          <a:endParaRPr lang="en-US" sz="2400" kern="1200"/>
        </a:p>
      </dsp:txBody>
      <dsp:txXfrm>
        <a:off x="0" y="2726960"/>
        <a:ext cx="6666833" cy="545258"/>
      </dsp:txXfrm>
    </dsp:sp>
    <dsp:sp modelId="{C3414CC7-35B0-7F4C-965A-A9528B892325}">
      <dsp:nvSpPr>
        <dsp:cNvPr id="0" name=""/>
        <dsp:cNvSpPr/>
      </dsp:nvSpPr>
      <dsp:spPr>
        <a:xfrm>
          <a:off x="0" y="3272218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F9926A-D48C-7043-8624-E74F597AA27D}">
      <dsp:nvSpPr>
        <dsp:cNvPr id="0" name=""/>
        <dsp:cNvSpPr/>
      </dsp:nvSpPr>
      <dsp:spPr>
        <a:xfrm>
          <a:off x="0" y="3272218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Website works on desktop and mobile</a:t>
          </a:r>
          <a:endParaRPr lang="en-US" sz="2400" kern="1200"/>
        </a:p>
      </dsp:txBody>
      <dsp:txXfrm>
        <a:off x="0" y="3272218"/>
        <a:ext cx="6666833" cy="545258"/>
      </dsp:txXfrm>
    </dsp:sp>
    <dsp:sp modelId="{6EBEBF9F-CD78-AA4C-9A2D-D84615CA454A}">
      <dsp:nvSpPr>
        <dsp:cNvPr id="0" name=""/>
        <dsp:cNvSpPr/>
      </dsp:nvSpPr>
      <dsp:spPr>
        <a:xfrm>
          <a:off x="0" y="3817477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CC033B6-5C8A-4249-9B64-3FE788CE8798}">
      <dsp:nvSpPr>
        <dsp:cNvPr id="0" name=""/>
        <dsp:cNvSpPr/>
      </dsp:nvSpPr>
      <dsp:spPr>
        <a:xfrm>
          <a:off x="0" y="3817477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Navigation remains accessible on small screens</a:t>
          </a:r>
          <a:endParaRPr lang="en-US" sz="2400" kern="1200"/>
        </a:p>
      </dsp:txBody>
      <dsp:txXfrm>
        <a:off x="0" y="3817477"/>
        <a:ext cx="6666833" cy="545258"/>
      </dsp:txXfrm>
    </dsp:sp>
    <dsp:sp modelId="{81DF3950-13FC-B24E-9122-60F7AE134B8A}">
      <dsp:nvSpPr>
        <dsp:cNvPr id="0" name=""/>
        <dsp:cNvSpPr/>
      </dsp:nvSpPr>
      <dsp:spPr>
        <a:xfrm>
          <a:off x="0" y="4362736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02FE0E-933A-4C49-B9C6-6E10792D65A7}">
      <dsp:nvSpPr>
        <dsp:cNvPr id="0" name=""/>
        <dsp:cNvSpPr/>
      </dsp:nvSpPr>
      <dsp:spPr>
        <a:xfrm>
          <a:off x="0" y="4362736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Images are scaled appropriately</a:t>
          </a:r>
          <a:endParaRPr lang="en-US" sz="2400" kern="1200"/>
        </a:p>
      </dsp:txBody>
      <dsp:txXfrm>
        <a:off x="0" y="4362736"/>
        <a:ext cx="6666833" cy="545258"/>
      </dsp:txXfrm>
    </dsp:sp>
    <dsp:sp modelId="{D6F64E2A-3DC9-9845-AB34-3D3F60837624}">
      <dsp:nvSpPr>
        <dsp:cNvPr id="0" name=""/>
        <dsp:cNvSpPr/>
      </dsp:nvSpPr>
      <dsp:spPr>
        <a:xfrm>
          <a:off x="0" y="4907995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90E514B-B54C-354C-A18A-91F33E9C3373}">
      <dsp:nvSpPr>
        <dsp:cNvPr id="0" name=""/>
        <dsp:cNvSpPr/>
      </dsp:nvSpPr>
      <dsp:spPr>
        <a:xfrm>
          <a:off x="0" y="4907995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Inclusive design principles are applied</a:t>
          </a:r>
          <a:endParaRPr lang="en-US" sz="2400" kern="1200"/>
        </a:p>
      </dsp:txBody>
      <dsp:txXfrm>
        <a:off x="0" y="4907995"/>
        <a:ext cx="6666833" cy="5452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21DED-0525-AD4E-15B6-0549D9D42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A7F799-0906-CC0D-4116-659FE1756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26E74-68B9-955F-CC4C-AEF731CF9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CC598-2212-0064-4C36-32A5D5A1E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9C7A5-8F00-A84C-6417-C36ABE471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577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476ED-EF4E-3B9D-6BFD-52DAC9494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A8873-1931-BD68-E7BD-AE40D8172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3696B-DD2A-AE16-9D5D-02039205D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5F6E8-C2C7-8630-01EF-91D70935A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0F082-C767-A921-0882-6AD31B9D4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84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6AD9C-BD2E-374E-DA6D-CF63C78EF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438B5-9A64-15C9-B263-86DC4FDAE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4D19D-15D6-7CA1-68FA-A288D3498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0D790-24D2-8D2B-29A4-97638452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46EB6-DED1-642C-ADAA-90DDE5DD7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7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F3BDC-C040-EA81-9995-C8ABBAF9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C2D0C-1008-666D-85D4-2150C5D662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988A0-F805-0982-F714-8A118647E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79E6E-E723-7CAE-2A67-82743EA5C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7F839-D0A7-DB9A-80B8-C3F76FA7C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A61E3-4EFB-CE22-A80E-8FDBEC99A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52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EBA77-7F4C-D66E-0925-5EE0D91D0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55590E-48E5-64EE-ADE4-DDBE694FF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84539-C497-C21B-3453-867E6E7F3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B009EC-23F5-51FE-C6E3-B9A1F60996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1F812-EFCF-AEB4-F122-A2F6678661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2BA2E9-715C-98C3-21ED-02876FF16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5F6AEE-A4E5-67C6-78FF-4AA7E2EFD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A009AA-D3D3-B4E1-1229-19319AB4B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18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553B9-5923-BBD7-41D2-1B77076AD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342CA3-69BE-1E71-1F90-3E90B2F11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408D3D-9BAE-2E96-4763-41D55CC42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48E8F-7C78-65B4-BACB-BF0CA73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92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9B8E5-33CD-CFD0-794C-095FB0250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FCD5CC-0419-E3C1-769E-BC8F96211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ECDB1-1254-BBFB-4F08-16E754D1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31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393F2-0A5B-1A6B-D807-8FBB41EAA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ECD8C-B74C-6A88-BEB6-75574AE53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01F16-1AFD-FF38-FF2F-7718AECFC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4A812-CD15-C4E1-440F-3F74DAF40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8B958-C4E9-588F-13A3-E38477B8B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B11D5-7B23-07B7-0468-DCA656B42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31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75020-6432-E6AE-3E53-19BA8537B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5E329B-6038-6DB9-A4F2-64599424A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EB0A-73C8-9D00-3C7C-43926B1BD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80784-1264-8ABE-D779-3F250BF1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0FEBF-C636-7F1F-4B75-B9307A53B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33D57-40F3-A477-2612-5347BD2B4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92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91BA0-24D1-B428-980E-371DD45A3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600DD-3B00-D50F-37E0-6AAAFC6CE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B468B-9819-4BE5-1AFB-E329F3E3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40D9C-B39A-7D2A-9B51-47CD78D35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7C7A3-CD16-5D6B-9D36-D0EFAE1D9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84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F4F3B4-4788-E50E-B361-1E06C41AF2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49CA6-F178-7B9D-E9B6-4BEAE5AEC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01485-8CAA-13FA-5580-59D7A68D7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67122-CBE1-BFC4-628B-C83C61691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E4B1F-567E-D98F-2C84-4195A9A98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91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3BEA43-3F7B-FEC4-F341-95E27369A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AA703-C744-F844-1F4E-FF1414A8C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FE1E2-75C1-30D9-C410-00BED183B6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8FC3F-3FCB-C244-67FD-457E0B83D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15297-496A-EB65-378D-4742D13CE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86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WAI/standards-guidelines/wcag/" TargetMode="External"/><Relationship Id="rId2" Type="http://schemas.openxmlformats.org/officeDocument/2006/relationships/hyperlink" Target="https://developer.mozilla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hyperlink" Target="https://www.nngroup.com/articles/ten-usability-heuristic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85071-0C0E-EECF-B21E-9B3183E7A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000" b="1"/>
              <a:t>Personal Portfolio Website – Design and Development Using Web Technologies</a:t>
            </a:r>
            <a:br>
              <a:rPr lang="en-US" sz="5000"/>
            </a:br>
            <a:endParaRPr lang="en-US" sz="5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D8D6B4-B6D4-928E-F25E-9FAB46605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Student Name:</a:t>
            </a:r>
            <a:r>
              <a:rPr lang="en-IN" dirty="0"/>
              <a:t> </a:t>
            </a:r>
            <a:r>
              <a:rPr lang="en-IN" dirty="0" err="1"/>
              <a:t>Vrajkumar</a:t>
            </a:r>
            <a:r>
              <a:rPr lang="en-IN" dirty="0"/>
              <a:t> </a:t>
            </a:r>
            <a:r>
              <a:rPr lang="en-IN" dirty="0" err="1"/>
              <a:t>piyushbhai</a:t>
            </a:r>
            <a:r>
              <a:rPr lang="en-IN" dirty="0"/>
              <a:t> patel</a:t>
            </a:r>
            <a:endParaRPr lang="en-US" dirty="0"/>
          </a:p>
          <a:p>
            <a:pPr algn="l"/>
            <a:r>
              <a:rPr lang="en-US" dirty="0"/>
              <a:t>Student Id:</a:t>
            </a:r>
            <a:r>
              <a:rPr lang="en-IN" dirty="0"/>
              <a:t> 412902</a:t>
            </a:r>
            <a:endParaRPr lang="en-US" dirty="0"/>
          </a:p>
        </p:txBody>
      </p:sp>
      <p:pic>
        <p:nvPicPr>
          <p:cNvPr id="5" name="Picture 4" descr="Office items on a table">
            <a:extLst>
              <a:ext uri="{FF2B5EF4-FFF2-40B4-BE49-F238E27FC236}">
                <a16:creationId xmlns:a16="http://schemas.microsoft.com/office/drawing/2014/main" id="{FA172F2E-7E72-2060-2757-787415D07A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3" r="19735" b="2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2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BB590-A536-7DC0-985F-4C235653B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3800" b="1"/>
              <a:t> Introduction to the Personal Portfolio Website</a:t>
            </a:r>
            <a:br>
              <a:rPr lang="en-US" sz="3800" b="1"/>
            </a:br>
            <a:endParaRPr lang="en-US" sz="3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4170A1-CD57-3520-82F0-B2F5112CAF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58" r="27395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51B819-02DA-4885-4ABD-3300805D4B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7762" y="2582812"/>
            <a:ext cx="6251110" cy="36076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presentation introduces the Personal Portfolio Website developed for the Web Technologies module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website demonstrates practical application of HTML, CSS, and JavaScript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 acts as both an academic assessment and a professional digital portfolio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project focuses on usability, responsiveness, and clean design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Modern web development principles have been followed throughout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portfolio includes sections such as About Me, Skills, Projects, and Contact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Emphasis is placed on semantic structure and user-friendly navigation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website reflects the learning outcomes achieved during the module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 showcases technical skills as well as design and problem-solving abilities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presentation outlines the design, development, testing, and evaluation of the website</a:t>
            </a:r>
          </a:p>
        </p:txBody>
      </p:sp>
    </p:spTree>
    <p:extLst>
      <p:ext uri="{BB962C8B-B14F-4D97-AF65-F5344CB8AC3E}">
        <p14:creationId xmlns:p14="http://schemas.microsoft.com/office/powerpoint/2010/main" val="99968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44403A-6C10-B4F5-BF2F-FE0F2B5B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3800" b="1"/>
              <a:t> Background of Web Technologies</a:t>
            </a:r>
            <a:br>
              <a:rPr lang="en-US" sz="3800" b="1"/>
            </a:br>
            <a:endParaRPr lang="en-US" sz="38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FC5473-EB85-9823-8BEE-D2F9196E4E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58" r="27395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5F2B83-EC23-92CE-61B9-5306676094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7762" y="2706624"/>
            <a:ext cx="6251110" cy="3483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Web technologies are essential for creating modern websites and web applications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HTML provides the structure and content of web pages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CSS controls layout,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colours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typography, and responsiveness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JavaScript adds interactivity and dynamic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behaviour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Modern websites must support multiple devices and browsers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Responsive design is critical due to increased mobile usage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Accessibility ensures websites can be used by people with disabilities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Web technologies support communication, business, and digital services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Understanding these technologies is a key requirement for web developers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project applies these concepts in a practical portfolio website</a:t>
            </a:r>
          </a:p>
        </p:txBody>
      </p:sp>
    </p:spTree>
    <p:extLst>
      <p:ext uri="{BB962C8B-B14F-4D97-AF65-F5344CB8AC3E}">
        <p14:creationId xmlns:p14="http://schemas.microsoft.com/office/powerpoint/2010/main" val="4225442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28863E-23F7-FE2C-797D-242C0C922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3700" b="1"/>
              <a:t> Purpose and Objectives of the Website</a:t>
            </a:r>
            <a:br>
              <a:rPr lang="en-US" sz="3700" b="1"/>
            </a:br>
            <a:endParaRPr lang="en-US" sz="37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55A394-4F4C-A915-BAA6-92810FD8A1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892" r="31605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1327316-7776-EC0A-ABDA-B1B98DD723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7213667"/>
              </p:ext>
            </p:extLst>
          </p:nvPr>
        </p:nvGraphicFramePr>
        <p:xfrm>
          <a:off x="4553734" y="2133600"/>
          <a:ext cx="6798539" cy="4175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82540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4F7CFD-CDB5-5298-E0D3-80D1D586D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US" sz="4000" b="1"/>
              <a:t>Target Audience and Website Goals</a:t>
            </a:r>
            <a:br>
              <a:rPr lang="en-US" sz="4000" b="1"/>
            </a:br>
            <a:endParaRPr lang="en-US" sz="4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0DBAEA-80BD-A394-7C46-35903D0847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48" r="26576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D41DCE2-1417-5C33-2F3F-E8F77F6390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9065089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54443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80B5EC-91A8-158D-97B8-035382480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US" sz="4000" b="1"/>
              <a:t>Site Structure and Navigation</a:t>
            </a:r>
            <a:br>
              <a:rPr lang="en-US" sz="4000" b="1"/>
            </a:br>
            <a:endParaRPr lang="en-US" sz="4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1CEAE6-11BC-B12B-2F66-AE473420FB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17" r="24099" b="-2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7F225B8-E2D6-1DF3-1745-BBF08E7583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8890283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09337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9F23E05-E5C5-497C-A842-7BD21B207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D386FB-CE95-F412-085F-978E0C1C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06440"/>
          </a:xfrm>
        </p:spPr>
        <p:txBody>
          <a:bodyPr>
            <a:normAutofit/>
          </a:bodyPr>
          <a:lstStyle/>
          <a:p>
            <a:r>
              <a:rPr lang="en-US" sz="3400" b="1"/>
              <a:t> Design Considerations (Layout, Colours, Typography)</a:t>
            </a:r>
            <a:br>
              <a:rPr lang="en-US" sz="3400" b="1"/>
            </a:br>
            <a:endParaRPr lang="en-US" sz="34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7DBD80-58F4-7598-B3F9-3AF4CF46FF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37" r="23532" b="1"/>
          <a:stretch>
            <a:fillRect/>
          </a:stretch>
        </p:blipFill>
        <p:spPr>
          <a:xfrm>
            <a:off x="7989296" y="1843285"/>
            <a:ext cx="3364502" cy="3728611"/>
          </a:xfrm>
          <a:prstGeom prst="rect">
            <a:avLst/>
          </a:prstGeom>
        </p:spPr>
      </p:pic>
      <p:graphicFrame>
        <p:nvGraphicFramePr>
          <p:cNvPr id="15" name="Rectangle 1">
            <a:extLst>
              <a:ext uri="{FF2B5EF4-FFF2-40B4-BE49-F238E27FC236}">
                <a16:creationId xmlns:a16="http://schemas.microsoft.com/office/drawing/2014/main" id="{4F4C9EED-BE7C-14FC-DFAA-4599E52D32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2277776"/>
              </p:ext>
            </p:extLst>
          </p:nvPr>
        </p:nvGraphicFramePr>
        <p:xfrm>
          <a:off x="838200" y="1825625"/>
          <a:ext cx="6714066" cy="430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96368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146AC-E7D9-EE2F-98D0-149665E94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100" b="1">
                <a:solidFill>
                  <a:srgbClr val="FFFFFF"/>
                </a:solidFill>
              </a:rPr>
              <a:t>Technologies Used (HTML, CSS, JavaScript)</a:t>
            </a:r>
            <a:br>
              <a:rPr lang="en-US" sz="3100" b="1">
                <a:solidFill>
                  <a:srgbClr val="FFFFFF"/>
                </a:solidFill>
              </a:rPr>
            </a:br>
            <a:endParaRPr lang="en-US" sz="3100">
              <a:solidFill>
                <a:srgbClr val="FFFFFF"/>
              </a:solidFill>
            </a:endParaRPr>
          </a:p>
        </p:txBody>
      </p:sp>
      <p:graphicFrame>
        <p:nvGraphicFramePr>
          <p:cNvPr id="15" name="Rectangle 1">
            <a:extLst>
              <a:ext uri="{FF2B5EF4-FFF2-40B4-BE49-F238E27FC236}">
                <a16:creationId xmlns:a16="http://schemas.microsoft.com/office/drawing/2014/main" id="{A8867575-3DE2-E280-2E1E-34B5E55EAB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565588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2672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2D6E37-1AB5-2BE8-0818-0E1F7A79A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100" b="1">
                <a:solidFill>
                  <a:srgbClr val="FFFFFF"/>
                </a:solidFill>
              </a:rPr>
              <a:t>Accessibility and Responsiveness</a:t>
            </a:r>
            <a:br>
              <a:rPr lang="en-US" sz="3100" b="1">
                <a:solidFill>
                  <a:srgbClr val="FFFFFF"/>
                </a:solidFill>
              </a:rPr>
            </a:br>
            <a:endParaRPr lang="en-US" sz="3100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4AB2018-5224-F5A1-D24A-02666895BC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738038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5458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40E93D9-F13F-4097-A159-E0A6CEBA8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C86A6-CE91-A3B8-C7F0-159A11D44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16" y="444464"/>
            <a:ext cx="3420305" cy="1906317"/>
          </a:xfrm>
        </p:spPr>
        <p:txBody>
          <a:bodyPr>
            <a:normAutofit/>
          </a:bodyPr>
          <a:lstStyle/>
          <a:p>
            <a:pPr algn="ctr"/>
            <a:r>
              <a:rPr lang="en-US" sz="2800" b="1"/>
              <a:t>Testing and Evaluation</a:t>
            </a:r>
            <a:br>
              <a:rPr lang="en-US" sz="2800" b="1"/>
            </a:br>
            <a:endParaRPr lang="en-US" sz="2800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039E61A1-6038-932B-F78D-13F5CE4B3A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64" r="3" b="3"/>
          <a:stretch>
            <a:fillRect/>
          </a:stretch>
        </p:blipFill>
        <p:spPr>
          <a:xfrm>
            <a:off x="20" y="2768743"/>
            <a:ext cx="4278264" cy="408925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A3D150B-ADB5-401D-8304-C7845A109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8743"/>
            <a:ext cx="4310288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20DB3-6E75-E739-6A06-F3C48110D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1646" y="678955"/>
            <a:ext cx="5586448" cy="5409743"/>
          </a:xfrm>
        </p:spPr>
        <p:txBody>
          <a:bodyPr anchor="ctr">
            <a:normAutofit/>
          </a:bodyPr>
          <a:lstStyle/>
          <a:p>
            <a:r>
              <a:rPr lang="en-US" sz="2000"/>
              <a:t>Website tested on multiple browsers</a:t>
            </a:r>
          </a:p>
          <a:p>
            <a:r>
              <a:rPr lang="en-US" sz="2000"/>
              <a:t>Chrome, Firefox, and Edge were used</a:t>
            </a:r>
          </a:p>
          <a:p>
            <a:r>
              <a:rPr lang="en-US" sz="2000"/>
              <a:t>Layout consistency was checked</a:t>
            </a:r>
          </a:p>
          <a:p>
            <a:r>
              <a:rPr lang="en-US" sz="2000"/>
              <a:t>Responsive behaviour was tested on devices</a:t>
            </a:r>
          </a:p>
          <a:p>
            <a:r>
              <a:rPr lang="en-US" sz="2000"/>
              <a:t>Navigation links were verified</a:t>
            </a:r>
          </a:p>
          <a:p>
            <a:r>
              <a:rPr lang="en-US" sz="2000"/>
              <a:t>Form validation was tested with invalid input</a:t>
            </a:r>
          </a:p>
          <a:p>
            <a:r>
              <a:rPr lang="en-US" sz="2000"/>
              <a:t>Error messages were checked for clarity</a:t>
            </a:r>
          </a:p>
          <a:p>
            <a:r>
              <a:rPr lang="en-US" sz="2000"/>
              <a:t>Performance was evaluated through load times</a:t>
            </a:r>
          </a:p>
          <a:p>
            <a:r>
              <a:rPr lang="en-US" sz="2000"/>
              <a:t>Usability was assessed through ease of navigation</a:t>
            </a:r>
          </a:p>
          <a:p>
            <a:r>
              <a:rPr lang="en-US" sz="2000"/>
              <a:t>Website met functional requirements</a:t>
            </a:r>
          </a:p>
          <a:p>
            <a:endParaRPr lang="en-US" sz="20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D3AB31-A71C-4414-BA05-CF667CBA3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5909" y="3396995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947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526648-4220-633B-3921-7C97F492F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3700" b="1"/>
              <a:t> Conclusion and Future Improvements</a:t>
            </a:r>
            <a:br>
              <a:rPr lang="en-US" sz="3700" b="1"/>
            </a:br>
            <a:endParaRPr lang="en-US" sz="3700"/>
          </a:p>
        </p:txBody>
      </p:sp>
      <p:pic>
        <p:nvPicPr>
          <p:cNvPr id="6" name="Picture 5" descr="People at the meeting desk">
            <a:extLst>
              <a:ext uri="{FF2B5EF4-FFF2-40B4-BE49-F238E27FC236}">
                <a16:creationId xmlns:a16="http://schemas.microsoft.com/office/drawing/2014/main" id="{F673156C-74FC-C331-4750-49B4C79CC2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89" r="3749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CB8AFFB-D630-785F-5531-0B7A993F20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53734" y="2409830"/>
            <a:ext cx="6798539" cy="37052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portfolio website meets project objectives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Core web technologies were applied successfully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Design is professional and user-friendly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Interactivity enhances user experience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Website aligns with learning outcomes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Project improved technical skills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Problem-solving abilities were developed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Code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organisation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follows best practices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Future improvements include backend integration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website provides a strong foundation for professional growth</a:t>
            </a:r>
          </a:p>
        </p:txBody>
      </p:sp>
    </p:spTree>
    <p:extLst>
      <p:ext uri="{BB962C8B-B14F-4D97-AF65-F5344CB8AC3E}">
        <p14:creationId xmlns:p14="http://schemas.microsoft.com/office/powerpoint/2010/main" val="481256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A4F580-8FF3-7623-A9DC-AC59034C9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74CD3-3DDF-0FED-FDD0-6995D4E02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661" y="1987295"/>
            <a:ext cx="5517931" cy="4697971"/>
          </a:xfrm>
        </p:spPr>
        <p:txBody>
          <a:bodyPr anchor="ctr"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Duckett, J. (2011). </a:t>
            </a:r>
            <a:r>
              <a:rPr lang="en-US" altLang="en-US" sz="1400" i="1" dirty="0">
                <a:solidFill>
                  <a:schemeClr val="tx2"/>
                </a:solidFill>
                <a:latin typeface="Arial" panose="020B0604020202020204" pitchFamily="34" charset="0"/>
              </a:rPr>
              <a:t>HTML and CSS: Design and Build Websites</a:t>
            </a: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. John Wiley &amp; Sons.</a:t>
            </a:r>
            <a:b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https://</a:t>
            </a:r>
            <a:r>
              <a:rPr lang="en-US" altLang="en-US" sz="1400" dirty="0" err="1">
                <a:solidFill>
                  <a:schemeClr val="tx2"/>
                </a:solidFill>
                <a:latin typeface="Arial" panose="020B0604020202020204" pitchFamily="34" charset="0"/>
              </a:rPr>
              <a:t>www.wiley.com</a:t>
            </a: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/</a:t>
            </a:r>
            <a:r>
              <a:rPr lang="en-US" altLang="en-US" sz="1400" dirty="0" err="1">
                <a:solidFill>
                  <a:schemeClr val="tx2"/>
                </a:solidFill>
                <a:latin typeface="Arial" panose="020B0604020202020204" pitchFamily="34" charset="0"/>
              </a:rPr>
              <a:t>en-gb</a:t>
            </a: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/HTML+and+CSS%3A+Design+and+Build+Websites-p-9781118008188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Duckett, J. (2014). </a:t>
            </a:r>
            <a:r>
              <a:rPr lang="en-US" altLang="en-US" sz="1400" i="1" dirty="0">
                <a:solidFill>
                  <a:schemeClr val="tx2"/>
                </a:solidFill>
                <a:latin typeface="Arial" panose="020B0604020202020204" pitchFamily="34" charset="0"/>
              </a:rPr>
              <a:t>JavaScript and </a:t>
            </a:r>
            <a:r>
              <a:rPr lang="en-US" altLang="en-US" sz="1400" i="1" dirty="0" err="1">
                <a:solidFill>
                  <a:schemeClr val="tx2"/>
                </a:solidFill>
                <a:latin typeface="Arial" panose="020B0604020202020204" pitchFamily="34" charset="0"/>
              </a:rPr>
              <a:t>JQuery</a:t>
            </a:r>
            <a:r>
              <a:rPr lang="en-US" altLang="en-US" sz="1400" i="1" dirty="0">
                <a:solidFill>
                  <a:schemeClr val="tx2"/>
                </a:solidFill>
                <a:latin typeface="Arial" panose="020B0604020202020204" pitchFamily="34" charset="0"/>
              </a:rPr>
              <a:t>: Interactive Front-End Web Development</a:t>
            </a: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. John Wiley &amp; Sons.</a:t>
            </a:r>
            <a:b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https://</a:t>
            </a:r>
            <a:r>
              <a:rPr lang="en-US" altLang="en-US" sz="1400" dirty="0" err="1">
                <a:solidFill>
                  <a:schemeClr val="tx2"/>
                </a:solidFill>
                <a:latin typeface="Arial" panose="020B0604020202020204" pitchFamily="34" charset="0"/>
              </a:rPr>
              <a:t>www.wiley.com</a:t>
            </a: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/</a:t>
            </a:r>
            <a:r>
              <a:rPr lang="en-US" altLang="en-US" sz="1400" dirty="0" err="1">
                <a:solidFill>
                  <a:schemeClr val="tx2"/>
                </a:solidFill>
                <a:latin typeface="Arial" panose="020B0604020202020204" pitchFamily="34" charset="0"/>
              </a:rPr>
              <a:t>en-gb</a:t>
            </a: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/JavaScript+and+jQuery%3A+Interactive+Front-End+Web+Development-p-9781118531648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MDN Web Docs (2024). </a:t>
            </a:r>
            <a:r>
              <a:rPr lang="en-US" altLang="en-US" sz="1400" i="1" dirty="0">
                <a:solidFill>
                  <a:schemeClr val="tx2"/>
                </a:solidFill>
                <a:latin typeface="Arial" panose="020B0604020202020204" pitchFamily="34" charset="0"/>
              </a:rPr>
              <a:t>HTML, CSS and JavaScript Documentation</a:t>
            </a: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.</a:t>
            </a:r>
            <a:b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  <a:hlinkClick r:id="rId2"/>
              </a:rPr>
              <a:t>https://developer.mozilla.org</a:t>
            </a:r>
            <a:endParaRPr lang="en-US" altLang="en-US" sz="14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W3C (2023). </a:t>
            </a:r>
            <a:r>
              <a:rPr lang="en-US" altLang="en-US" sz="1400" i="1" dirty="0">
                <a:solidFill>
                  <a:schemeClr val="tx2"/>
                </a:solidFill>
                <a:latin typeface="Arial" panose="020B0604020202020204" pitchFamily="34" charset="0"/>
              </a:rPr>
              <a:t>Web Content Accessibility Guidelines (WCAG) 2.1</a:t>
            </a: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.</a:t>
            </a:r>
            <a:b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  <a:hlinkClick r:id="rId3"/>
              </a:rPr>
              <a:t>https://www.w3.org/WAI/standards-guidelines/wcag/</a:t>
            </a:r>
            <a:endParaRPr lang="en-US" altLang="en-US" sz="14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Nielsen Norman Group (2020). </a:t>
            </a:r>
            <a:r>
              <a:rPr lang="en-US" altLang="en-US" sz="1400" i="1" dirty="0">
                <a:solidFill>
                  <a:schemeClr val="tx2"/>
                </a:solidFill>
                <a:latin typeface="Arial" panose="020B0604020202020204" pitchFamily="34" charset="0"/>
              </a:rPr>
              <a:t>Usability Heuristics for User Interface Design</a:t>
            </a: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.</a:t>
            </a:r>
            <a:b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  <a:hlinkClick r:id="rId4"/>
              </a:rPr>
              <a:t>https://www.nngroup.com/articles/ten-usability-heuristics/</a:t>
            </a:r>
            <a:endParaRPr lang="en-US" altLang="en-US" sz="14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id="{D0C1D235-6C50-1269-BDA9-83CC25C51C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012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964</Words>
  <Application>Microsoft Office PowerPoint</Application>
  <PresentationFormat>Widescreen</PresentationFormat>
  <Paragraphs>119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Personal Portfolio Website – Design and Development Using Web Technologies </vt:lpstr>
      <vt:lpstr> Introduction to the Personal Portfolio Website </vt:lpstr>
      <vt:lpstr> Background of Web Technologies </vt:lpstr>
      <vt:lpstr> Purpose and Objectives of the Website </vt:lpstr>
      <vt:lpstr>Target Audience and Website Goals </vt:lpstr>
      <vt:lpstr>Site Structure and Navigation </vt:lpstr>
      <vt:lpstr> Design Considerations (Layout, Colours, Typography) </vt:lpstr>
      <vt:lpstr>Technologies Used (HTML, CSS, JavaScript) </vt:lpstr>
      <vt:lpstr>Accessibility and Responsiveness </vt:lpstr>
      <vt:lpstr>Testing and Evaluation </vt:lpstr>
      <vt:lpstr> Conclusion and Future Improvements 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Portfolio Website – Design and Development Using Web Technologies </dc:title>
  <dc:creator>allocation admmin</dc:creator>
  <cp:lastModifiedBy>patiltisha8@gmail.com</cp:lastModifiedBy>
  <cp:revision>6</cp:revision>
  <dcterms:created xsi:type="dcterms:W3CDTF">2026-01-29T19:02:35Z</dcterms:created>
  <dcterms:modified xsi:type="dcterms:W3CDTF">2026-01-30T11:53:25Z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2026-01-29T19:08:23Z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577fc8a3-e971-4485-b844-3ef02081804c</vt:lpwstr>
  </property>
  <property fmtid="{D5CDD505-2E9C-101B-9397-08002B2CF9AE}" pid="7" name="MSIP_Label_defa4170-0d19-0005-0004-bc88714345d2_ActionId">
    <vt:lpwstr>1ac8dd5a-de3b-413f-9bfe-a8341b372d3d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